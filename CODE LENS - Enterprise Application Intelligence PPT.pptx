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286"/>
            <a:ext cx="20104735" cy="11309985"/>
          </a:xfrm>
          <a:custGeom>
            <a:avLst/>
            <a:gdLst/>
            <a:ahLst/>
            <a:cxnLst/>
            <a:rect l="l" t="t" r="r" b="b"/>
            <a:pathLst>
              <a:path w="20104735" h="11309985">
                <a:moveTo>
                  <a:pt x="20104099" y="285"/>
                </a:moveTo>
                <a:lnTo>
                  <a:pt x="0" y="285"/>
                </a:lnTo>
                <a:lnTo>
                  <a:pt x="0" y="11309604"/>
                </a:lnTo>
                <a:lnTo>
                  <a:pt x="20104099" y="11309604"/>
                </a:lnTo>
                <a:lnTo>
                  <a:pt x="20104099" y="285"/>
                </a:lnTo>
                <a:close/>
              </a:path>
            </a:pathLst>
          </a:custGeom>
          <a:solidFill>
            <a:srgbClr val="0A12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319"/>
            <a:ext cx="20104735" cy="11308080"/>
          </a:xfrm>
          <a:custGeom>
            <a:avLst/>
            <a:gdLst/>
            <a:ahLst/>
            <a:cxnLst/>
            <a:rect l="l" t="t" r="r" b="b"/>
            <a:pathLst>
              <a:path w="20104735" h="11308080">
                <a:moveTo>
                  <a:pt x="20104099" y="285"/>
                </a:moveTo>
                <a:lnTo>
                  <a:pt x="0" y="285"/>
                </a:lnTo>
                <a:lnTo>
                  <a:pt x="0" y="11307953"/>
                </a:lnTo>
                <a:lnTo>
                  <a:pt x="20104099" y="11307953"/>
                </a:lnTo>
                <a:lnTo>
                  <a:pt x="20104099" y="285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9351625" y="565626"/>
            <a:ext cx="182880" cy="340360"/>
          </a:xfrm>
          <a:custGeom>
            <a:avLst/>
            <a:gdLst/>
            <a:ahLst/>
            <a:cxnLst/>
            <a:rect l="l" t="t" r="r" b="b"/>
            <a:pathLst>
              <a:path w="182880" h="340359">
                <a:moveTo>
                  <a:pt x="154701" y="271"/>
                </a:moveTo>
                <a:lnTo>
                  <a:pt x="-489" y="271"/>
                </a:lnTo>
                <a:lnTo>
                  <a:pt x="-489" y="13225"/>
                </a:lnTo>
                <a:lnTo>
                  <a:pt x="23513" y="16654"/>
                </a:lnTo>
                <a:lnTo>
                  <a:pt x="40149" y="26178"/>
                </a:lnTo>
                <a:lnTo>
                  <a:pt x="49801" y="41037"/>
                </a:lnTo>
                <a:lnTo>
                  <a:pt x="52849" y="60087"/>
                </a:lnTo>
                <a:lnTo>
                  <a:pt x="52849" y="340114"/>
                </a:lnTo>
                <a:lnTo>
                  <a:pt x="156097" y="340114"/>
                </a:lnTo>
                <a:lnTo>
                  <a:pt x="156097" y="128792"/>
                </a:lnTo>
                <a:lnTo>
                  <a:pt x="170194" y="110123"/>
                </a:lnTo>
                <a:lnTo>
                  <a:pt x="181878" y="102884"/>
                </a:lnTo>
                <a:lnTo>
                  <a:pt x="154701" y="102884"/>
                </a:lnTo>
                <a:lnTo>
                  <a:pt x="154701" y="271"/>
                </a:lnTo>
                <a:close/>
              </a:path>
            </a:pathLst>
          </a:custGeom>
          <a:solidFill>
            <a:srgbClr val="FAF8E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506819" y="559530"/>
            <a:ext cx="137413" cy="108712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7504663" y="579215"/>
            <a:ext cx="325755" cy="326390"/>
          </a:xfrm>
          <a:custGeom>
            <a:avLst/>
            <a:gdLst/>
            <a:ahLst/>
            <a:cxnLst/>
            <a:rect l="l" t="t" r="r" b="b"/>
            <a:pathLst>
              <a:path w="325755" h="326390">
                <a:moveTo>
                  <a:pt x="323018" y="271"/>
                </a:moveTo>
                <a:lnTo>
                  <a:pt x="159192" y="271"/>
                </a:lnTo>
                <a:lnTo>
                  <a:pt x="159192" y="156604"/>
                </a:lnTo>
                <a:lnTo>
                  <a:pt x="-442" y="317636"/>
                </a:lnTo>
                <a:lnTo>
                  <a:pt x="-442" y="326525"/>
                </a:lnTo>
                <a:lnTo>
                  <a:pt x="325050" y="326525"/>
                </a:lnTo>
                <a:lnTo>
                  <a:pt x="325050" y="312937"/>
                </a:lnTo>
                <a:lnTo>
                  <a:pt x="168717" y="312937"/>
                </a:lnTo>
                <a:lnTo>
                  <a:pt x="168717" y="156604"/>
                </a:lnTo>
                <a:lnTo>
                  <a:pt x="323018" y="271"/>
                </a:lnTo>
                <a:close/>
              </a:path>
            </a:pathLst>
          </a:custGeom>
          <a:solidFill>
            <a:srgbClr val="FAF8E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673827" y="766159"/>
            <a:ext cx="156336" cy="125729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7515458" y="565626"/>
            <a:ext cx="317500" cy="132715"/>
          </a:xfrm>
          <a:custGeom>
            <a:avLst/>
            <a:gdLst/>
            <a:ahLst/>
            <a:cxnLst/>
            <a:rect l="l" t="t" r="r" b="b"/>
            <a:pathLst>
              <a:path w="317500" h="132715">
                <a:moveTo>
                  <a:pt x="316922" y="271"/>
                </a:moveTo>
                <a:lnTo>
                  <a:pt x="-442" y="271"/>
                </a:lnTo>
                <a:lnTo>
                  <a:pt x="-442" y="132856"/>
                </a:lnTo>
                <a:lnTo>
                  <a:pt x="11114" y="132856"/>
                </a:lnTo>
                <a:lnTo>
                  <a:pt x="25337" y="89931"/>
                </a:lnTo>
                <a:lnTo>
                  <a:pt x="53403" y="51705"/>
                </a:lnTo>
                <a:lnTo>
                  <a:pt x="94677" y="24400"/>
                </a:lnTo>
                <a:lnTo>
                  <a:pt x="148397" y="13860"/>
                </a:lnTo>
                <a:lnTo>
                  <a:pt x="312223" y="13860"/>
                </a:lnTo>
                <a:lnTo>
                  <a:pt x="316922" y="9161"/>
                </a:lnTo>
                <a:lnTo>
                  <a:pt x="316922" y="271"/>
                </a:lnTo>
                <a:close/>
              </a:path>
            </a:pathLst>
          </a:custGeom>
          <a:solidFill>
            <a:srgbClr val="FAF8E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8995797" y="574795"/>
            <a:ext cx="325120" cy="337820"/>
          </a:xfrm>
          <a:custGeom>
            <a:avLst/>
            <a:gdLst/>
            <a:ahLst/>
            <a:cxnLst/>
            <a:rect l="l" t="t" r="r" b="b"/>
            <a:pathLst>
              <a:path w="325119" h="337819">
                <a:moveTo>
                  <a:pt x="324700" y="292277"/>
                </a:moveTo>
                <a:lnTo>
                  <a:pt x="213728" y="292277"/>
                </a:lnTo>
                <a:lnTo>
                  <a:pt x="213728" y="330949"/>
                </a:lnTo>
                <a:lnTo>
                  <a:pt x="324700" y="330949"/>
                </a:lnTo>
                <a:lnTo>
                  <a:pt x="324700" y="292277"/>
                </a:lnTo>
                <a:close/>
              </a:path>
              <a:path w="325119" h="337819">
                <a:moveTo>
                  <a:pt x="324726" y="96520"/>
                </a:moveTo>
                <a:lnTo>
                  <a:pt x="317233" y="53467"/>
                </a:lnTo>
                <a:lnTo>
                  <a:pt x="296151" y="21717"/>
                </a:lnTo>
                <a:lnTo>
                  <a:pt x="263258" y="381"/>
                </a:lnTo>
                <a:lnTo>
                  <a:pt x="261988" y="0"/>
                </a:lnTo>
                <a:lnTo>
                  <a:pt x="149466" y="0"/>
                </a:lnTo>
                <a:lnTo>
                  <a:pt x="176517" y="4572"/>
                </a:lnTo>
                <a:lnTo>
                  <a:pt x="196202" y="18034"/>
                </a:lnTo>
                <a:lnTo>
                  <a:pt x="208267" y="39878"/>
                </a:lnTo>
                <a:lnTo>
                  <a:pt x="212458" y="69342"/>
                </a:lnTo>
                <a:lnTo>
                  <a:pt x="212458" y="120269"/>
                </a:lnTo>
                <a:lnTo>
                  <a:pt x="212458" y="138557"/>
                </a:lnTo>
                <a:lnTo>
                  <a:pt x="212458" y="273799"/>
                </a:lnTo>
                <a:lnTo>
                  <a:pt x="201155" y="282562"/>
                </a:lnTo>
                <a:lnTo>
                  <a:pt x="189217" y="288531"/>
                </a:lnTo>
                <a:lnTo>
                  <a:pt x="176390" y="291833"/>
                </a:lnTo>
                <a:lnTo>
                  <a:pt x="162420" y="292849"/>
                </a:lnTo>
                <a:lnTo>
                  <a:pt x="141465" y="289166"/>
                </a:lnTo>
                <a:lnTo>
                  <a:pt x="126352" y="278244"/>
                </a:lnTo>
                <a:lnTo>
                  <a:pt x="117335" y="260210"/>
                </a:lnTo>
                <a:lnTo>
                  <a:pt x="114287" y="235064"/>
                </a:lnTo>
                <a:lnTo>
                  <a:pt x="114287" y="171450"/>
                </a:lnTo>
                <a:lnTo>
                  <a:pt x="212458" y="138557"/>
                </a:lnTo>
                <a:lnTo>
                  <a:pt x="212458" y="120269"/>
                </a:lnTo>
                <a:lnTo>
                  <a:pt x="68326" y="167894"/>
                </a:lnTo>
                <a:lnTo>
                  <a:pt x="20701" y="195567"/>
                </a:lnTo>
                <a:lnTo>
                  <a:pt x="0" y="251447"/>
                </a:lnTo>
                <a:lnTo>
                  <a:pt x="7366" y="285610"/>
                </a:lnTo>
                <a:lnTo>
                  <a:pt x="28448" y="312915"/>
                </a:lnTo>
                <a:lnTo>
                  <a:pt x="61595" y="331203"/>
                </a:lnTo>
                <a:lnTo>
                  <a:pt x="105524" y="337807"/>
                </a:lnTo>
                <a:lnTo>
                  <a:pt x="137401" y="334378"/>
                </a:lnTo>
                <a:lnTo>
                  <a:pt x="166230" y="324853"/>
                </a:lnTo>
                <a:lnTo>
                  <a:pt x="191757" y="310502"/>
                </a:lnTo>
                <a:lnTo>
                  <a:pt x="213093" y="292849"/>
                </a:lnTo>
                <a:lnTo>
                  <a:pt x="213728" y="292214"/>
                </a:lnTo>
                <a:lnTo>
                  <a:pt x="324726" y="292214"/>
                </a:lnTo>
                <a:lnTo>
                  <a:pt x="324726" y="138557"/>
                </a:lnTo>
                <a:lnTo>
                  <a:pt x="324726" y="96520"/>
                </a:lnTo>
                <a:close/>
              </a:path>
            </a:pathLst>
          </a:custGeom>
          <a:solidFill>
            <a:srgbClr val="FAF8E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009741" y="558895"/>
            <a:ext cx="248539" cy="124332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7867555" y="557777"/>
            <a:ext cx="339725" cy="354965"/>
          </a:xfrm>
          <a:custGeom>
            <a:avLst/>
            <a:gdLst/>
            <a:ahLst/>
            <a:cxnLst/>
            <a:rect l="l" t="t" r="r" b="b"/>
            <a:pathLst>
              <a:path w="339725" h="354965">
                <a:moveTo>
                  <a:pt x="339712" y="157734"/>
                </a:moveTo>
                <a:lnTo>
                  <a:pt x="119126" y="157734"/>
                </a:lnTo>
                <a:lnTo>
                  <a:pt x="119126" y="26670"/>
                </a:lnTo>
                <a:lnTo>
                  <a:pt x="128905" y="22352"/>
                </a:lnTo>
                <a:lnTo>
                  <a:pt x="139065" y="19304"/>
                </a:lnTo>
                <a:lnTo>
                  <a:pt x="149606" y="17526"/>
                </a:lnTo>
                <a:lnTo>
                  <a:pt x="160401" y="17018"/>
                </a:lnTo>
                <a:lnTo>
                  <a:pt x="259829" y="17018"/>
                </a:lnTo>
                <a:lnTo>
                  <a:pt x="227063" y="5080"/>
                </a:lnTo>
                <a:lnTo>
                  <a:pt x="178689" y="0"/>
                </a:lnTo>
                <a:lnTo>
                  <a:pt x="129286" y="5334"/>
                </a:lnTo>
                <a:lnTo>
                  <a:pt x="86106" y="21082"/>
                </a:lnTo>
                <a:lnTo>
                  <a:pt x="50292" y="46355"/>
                </a:lnTo>
                <a:lnTo>
                  <a:pt x="23241" y="80645"/>
                </a:lnTo>
                <a:lnTo>
                  <a:pt x="5969" y="123190"/>
                </a:lnTo>
                <a:lnTo>
                  <a:pt x="0" y="173355"/>
                </a:lnTo>
                <a:lnTo>
                  <a:pt x="3810" y="217792"/>
                </a:lnTo>
                <a:lnTo>
                  <a:pt x="15113" y="257162"/>
                </a:lnTo>
                <a:lnTo>
                  <a:pt x="34036" y="290690"/>
                </a:lnTo>
                <a:lnTo>
                  <a:pt x="95250" y="337934"/>
                </a:lnTo>
                <a:lnTo>
                  <a:pt x="137668" y="350507"/>
                </a:lnTo>
                <a:lnTo>
                  <a:pt x="188214" y="354825"/>
                </a:lnTo>
                <a:lnTo>
                  <a:pt x="235318" y="349618"/>
                </a:lnTo>
                <a:lnTo>
                  <a:pt x="276593" y="334251"/>
                </a:lnTo>
                <a:lnTo>
                  <a:pt x="293357" y="322186"/>
                </a:lnTo>
                <a:lnTo>
                  <a:pt x="311137" y="309232"/>
                </a:lnTo>
                <a:lnTo>
                  <a:pt x="337680" y="274561"/>
                </a:lnTo>
                <a:lnTo>
                  <a:pt x="325488" y="267068"/>
                </a:lnTo>
                <a:lnTo>
                  <a:pt x="305422" y="289674"/>
                </a:lnTo>
                <a:lnTo>
                  <a:pt x="281673" y="307073"/>
                </a:lnTo>
                <a:lnTo>
                  <a:pt x="254114" y="318249"/>
                </a:lnTo>
                <a:lnTo>
                  <a:pt x="222631" y="322186"/>
                </a:lnTo>
                <a:lnTo>
                  <a:pt x="177927" y="313423"/>
                </a:lnTo>
                <a:lnTo>
                  <a:pt x="145542" y="288531"/>
                </a:lnTo>
                <a:lnTo>
                  <a:pt x="125730" y="248780"/>
                </a:lnTo>
                <a:lnTo>
                  <a:pt x="119126" y="195707"/>
                </a:lnTo>
                <a:lnTo>
                  <a:pt x="119126" y="175387"/>
                </a:lnTo>
                <a:lnTo>
                  <a:pt x="339712" y="175387"/>
                </a:lnTo>
                <a:lnTo>
                  <a:pt x="339712" y="157734"/>
                </a:lnTo>
                <a:close/>
              </a:path>
            </a:pathLst>
          </a:custGeom>
          <a:solidFill>
            <a:srgbClr val="FAF8E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028412" y="574516"/>
            <a:ext cx="179324" cy="140716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18219459" y="561206"/>
            <a:ext cx="370205" cy="344805"/>
          </a:xfrm>
          <a:custGeom>
            <a:avLst/>
            <a:gdLst/>
            <a:ahLst/>
            <a:cxnLst/>
            <a:rect l="l" t="t" r="r" b="b"/>
            <a:pathLst>
              <a:path w="370205" h="344805">
                <a:moveTo>
                  <a:pt x="369697" y="103251"/>
                </a:moveTo>
                <a:lnTo>
                  <a:pt x="363347" y="60706"/>
                </a:lnTo>
                <a:lnTo>
                  <a:pt x="312166" y="7366"/>
                </a:lnTo>
                <a:lnTo>
                  <a:pt x="266954" y="0"/>
                </a:lnTo>
                <a:lnTo>
                  <a:pt x="239522" y="3429"/>
                </a:lnTo>
                <a:lnTo>
                  <a:pt x="211328" y="14224"/>
                </a:lnTo>
                <a:lnTo>
                  <a:pt x="183007" y="32385"/>
                </a:lnTo>
                <a:lnTo>
                  <a:pt x="155321" y="58166"/>
                </a:lnTo>
                <a:lnTo>
                  <a:pt x="155321" y="4699"/>
                </a:lnTo>
                <a:lnTo>
                  <a:pt x="0" y="4699"/>
                </a:lnTo>
                <a:lnTo>
                  <a:pt x="0" y="17653"/>
                </a:lnTo>
                <a:lnTo>
                  <a:pt x="24003" y="21082"/>
                </a:lnTo>
                <a:lnTo>
                  <a:pt x="40640" y="30607"/>
                </a:lnTo>
                <a:lnTo>
                  <a:pt x="50292" y="45466"/>
                </a:lnTo>
                <a:lnTo>
                  <a:pt x="53340" y="63881"/>
                </a:lnTo>
                <a:lnTo>
                  <a:pt x="53467" y="344538"/>
                </a:lnTo>
                <a:lnTo>
                  <a:pt x="156591" y="344538"/>
                </a:lnTo>
                <a:lnTo>
                  <a:pt x="156591" y="78232"/>
                </a:lnTo>
                <a:lnTo>
                  <a:pt x="172847" y="63881"/>
                </a:lnTo>
                <a:lnTo>
                  <a:pt x="182372" y="58166"/>
                </a:lnTo>
                <a:lnTo>
                  <a:pt x="188595" y="54356"/>
                </a:lnTo>
                <a:lnTo>
                  <a:pt x="203073" y="49149"/>
                </a:lnTo>
                <a:lnTo>
                  <a:pt x="215519" y="47498"/>
                </a:lnTo>
                <a:lnTo>
                  <a:pt x="235331" y="51054"/>
                </a:lnTo>
                <a:lnTo>
                  <a:pt x="251333" y="61341"/>
                </a:lnTo>
                <a:lnTo>
                  <a:pt x="261874" y="78740"/>
                </a:lnTo>
                <a:lnTo>
                  <a:pt x="265811" y="103251"/>
                </a:lnTo>
                <a:lnTo>
                  <a:pt x="265811" y="344538"/>
                </a:lnTo>
                <a:lnTo>
                  <a:pt x="369697" y="344538"/>
                </a:lnTo>
                <a:lnTo>
                  <a:pt x="369697" y="103251"/>
                </a:lnTo>
                <a:close/>
              </a:path>
            </a:pathLst>
          </a:custGeom>
          <a:solidFill>
            <a:srgbClr val="FAF8E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bg 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657188" y="782415"/>
            <a:ext cx="227711" cy="129921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18654521" y="558895"/>
            <a:ext cx="297180" cy="338455"/>
          </a:xfrm>
          <a:custGeom>
            <a:avLst/>
            <a:gdLst/>
            <a:ahLst/>
            <a:cxnLst/>
            <a:rect l="l" t="t" r="r" b="b"/>
            <a:pathLst>
              <a:path w="297180" h="338455">
                <a:moveTo>
                  <a:pt x="149130" y="271"/>
                </a:moveTo>
                <a:lnTo>
                  <a:pt x="96935" y="5097"/>
                </a:lnTo>
                <a:lnTo>
                  <a:pt x="55280" y="19448"/>
                </a:lnTo>
                <a:lnTo>
                  <a:pt x="5878" y="72786"/>
                </a:lnTo>
                <a:lnTo>
                  <a:pt x="-471" y="110377"/>
                </a:lnTo>
                <a:lnTo>
                  <a:pt x="6513" y="147587"/>
                </a:lnTo>
                <a:lnTo>
                  <a:pt x="27848" y="177686"/>
                </a:lnTo>
                <a:lnTo>
                  <a:pt x="64296" y="201815"/>
                </a:lnTo>
                <a:lnTo>
                  <a:pt x="116619" y="221119"/>
                </a:lnTo>
                <a:lnTo>
                  <a:pt x="166656" y="236485"/>
                </a:lnTo>
                <a:lnTo>
                  <a:pt x="199040" y="250328"/>
                </a:lnTo>
                <a:lnTo>
                  <a:pt x="216312" y="266202"/>
                </a:lnTo>
                <a:lnTo>
                  <a:pt x="221518" y="287665"/>
                </a:lnTo>
                <a:lnTo>
                  <a:pt x="215804" y="308619"/>
                </a:lnTo>
                <a:lnTo>
                  <a:pt x="200183" y="324621"/>
                </a:lnTo>
                <a:lnTo>
                  <a:pt x="176943" y="335035"/>
                </a:lnTo>
                <a:lnTo>
                  <a:pt x="148368" y="338718"/>
                </a:lnTo>
                <a:lnTo>
                  <a:pt x="229900" y="338718"/>
                </a:lnTo>
                <a:lnTo>
                  <a:pt x="242219" y="334400"/>
                </a:lnTo>
                <a:lnTo>
                  <a:pt x="272063" y="310905"/>
                </a:lnTo>
                <a:lnTo>
                  <a:pt x="290351" y="278902"/>
                </a:lnTo>
                <a:lnTo>
                  <a:pt x="296574" y="238771"/>
                </a:lnTo>
                <a:lnTo>
                  <a:pt x="288827" y="198513"/>
                </a:lnTo>
                <a:lnTo>
                  <a:pt x="265332" y="167526"/>
                </a:lnTo>
                <a:lnTo>
                  <a:pt x="226090" y="143270"/>
                </a:lnTo>
                <a:lnTo>
                  <a:pt x="170720" y="123204"/>
                </a:lnTo>
                <a:lnTo>
                  <a:pt x="128938" y="110377"/>
                </a:lnTo>
                <a:lnTo>
                  <a:pt x="99983" y="98059"/>
                </a:lnTo>
                <a:lnTo>
                  <a:pt x="83346" y="83835"/>
                </a:lnTo>
                <a:lnTo>
                  <a:pt x="78012" y="64786"/>
                </a:lnTo>
                <a:lnTo>
                  <a:pt x="83219" y="42561"/>
                </a:lnTo>
                <a:lnTo>
                  <a:pt x="97443" y="26941"/>
                </a:lnTo>
                <a:lnTo>
                  <a:pt x="118524" y="17924"/>
                </a:lnTo>
                <a:lnTo>
                  <a:pt x="144304" y="15130"/>
                </a:lnTo>
                <a:lnTo>
                  <a:pt x="274984" y="15130"/>
                </a:lnTo>
                <a:lnTo>
                  <a:pt x="249585" y="10304"/>
                </a:lnTo>
                <a:lnTo>
                  <a:pt x="217074" y="5351"/>
                </a:lnTo>
                <a:lnTo>
                  <a:pt x="182022" y="1668"/>
                </a:lnTo>
                <a:lnTo>
                  <a:pt x="149130" y="271"/>
                </a:lnTo>
                <a:close/>
              </a:path>
            </a:pathLst>
          </a:custGeom>
          <a:solidFill>
            <a:srgbClr val="FAF8E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bg 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799301" y="573754"/>
            <a:ext cx="130682" cy="10134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9437" y="494525"/>
            <a:ext cx="19285225" cy="11387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6571" y="2945860"/>
            <a:ext cx="17576165" cy="6405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942786"/>
            <a:ext cx="20104735" cy="10019665"/>
            <a:chOff x="0" y="942786"/>
            <a:chExt cx="20104735" cy="10019665"/>
          </a:xfrm>
        </p:grpSpPr>
        <p:sp>
          <p:nvSpPr>
            <p:cNvPr id="3" name="object 3"/>
            <p:cNvSpPr/>
            <p:nvPr/>
          </p:nvSpPr>
          <p:spPr>
            <a:xfrm>
              <a:off x="10983505" y="5506718"/>
              <a:ext cx="36195" cy="23495"/>
            </a:xfrm>
            <a:custGeom>
              <a:avLst/>
              <a:gdLst/>
              <a:ahLst/>
              <a:cxnLst/>
              <a:rect l="l" t="t" r="r" b="b"/>
              <a:pathLst>
                <a:path w="36195" h="23495">
                  <a:moveTo>
                    <a:pt x="18203" y="0"/>
                  </a:moveTo>
                  <a:lnTo>
                    <a:pt x="31506" y="3614"/>
                  </a:lnTo>
                  <a:lnTo>
                    <a:pt x="35940" y="11567"/>
                  </a:lnTo>
                  <a:lnTo>
                    <a:pt x="31506" y="19519"/>
                  </a:lnTo>
                  <a:lnTo>
                    <a:pt x="18203" y="23134"/>
                  </a:lnTo>
                  <a:lnTo>
                    <a:pt x="4550" y="19519"/>
                  </a:lnTo>
                  <a:lnTo>
                    <a:pt x="0" y="11567"/>
                  </a:lnTo>
                  <a:lnTo>
                    <a:pt x="4550" y="3614"/>
                  </a:lnTo>
                  <a:lnTo>
                    <a:pt x="18203" y="0"/>
                  </a:lnTo>
                  <a:close/>
                </a:path>
              </a:pathLst>
            </a:custGeom>
            <a:solidFill>
              <a:srgbClr val="213A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797" y="5364865"/>
              <a:ext cx="20097115" cy="3928110"/>
            </a:xfrm>
            <a:custGeom>
              <a:avLst/>
              <a:gdLst/>
              <a:ahLst/>
              <a:cxnLst/>
              <a:rect l="l" t="t" r="r" b="b"/>
              <a:pathLst>
                <a:path w="20097115" h="3928109">
                  <a:moveTo>
                    <a:pt x="20097002" y="0"/>
                  </a:moveTo>
                  <a:lnTo>
                    <a:pt x="20097004" y="3927728"/>
                  </a:lnTo>
                  <a:lnTo>
                    <a:pt x="0" y="3927728"/>
                  </a:lnTo>
                  <a:lnTo>
                    <a:pt x="0" y="3491377"/>
                  </a:lnTo>
                  <a:lnTo>
                    <a:pt x="10355135" y="2925354"/>
                  </a:lnTo>
                  <a:lnTo>
                    <a:pt x="16461816" y="1727470"/>
                  </a:lnTo>
                  <a:lnTo>
                    <a:pt x="19361839" y="538695"/>
                  </a:lnTo>
                  <a:lnTo>
                    <a:pt x="20097002" y="0"/>
                  </a:lnTo>
                  <a:close/>
                </a:path>
              </a:pathLst>
            </a:custGeom>
            <a:solidFill>
              <a:srgbClr val="1221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42" y="7255298"/>
              <a:ext cx="15465425" cy="1466850"/>
            </a:xfrm>
            <a:custGeom>
              <a:avLst/>
              <a:gdLst/>
              <a:ahLst/>
              <a:cxnLst/>
              <a:rect l="l" t="t" r="r" b="b"/>
              <a:pathLst>
                <a:path w="15465425" h="1466850">
                  <a:moveTo>
                    <a:pt x="15465348" y="0"/>
                  </a:moveTo>
                  <a:lnTo>
                    <a:pt x="14405138" y="250783"/>
                  </a:lnTo>
                  <a:lnTo>
                    <a:pt x="11349342" y="790986"/>
                  </a:lnTo>
                  <a:lnTo>
                    <a:pt x="6485213" y="1302387"/>
                  </a:lnTo>
                  <a:lnTo>
                    <a:pt x="0" y="1466764"/>
                  </a:lnTo>
                  <a:lnTo>
                    <a:pt x="0" y="468704"/>
                  </a:lnTo>
                  <a:lnTo>
                    <a:pt x="179234" y="513122"/>
                  </a:lnTo>
                  <a:lnTo>
                    <a:pt x="1295088" y="657429"/>
                  </a:lnTo>
                  <a:lnTo>
                    <a:pt x="4428686" y="855180"/>
                  </a:lnTo>
                  <a:lnTo>
                    <a:pt x="9259087" y="753621"/>
                  </a:lnTo>
                  <a:lnTo>
                    <a:pt x="15465348" y="0"/>
                  </a:lnTo>
                  <a:close/>
                </a:path>
              </a:pathLst>
            </a:custGeom>
            <a:solidFill>
              <a:srgbClr val="53E6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41" y="5852848"/>
              <a:ext cx="7733030" cy="2141220"/>
            </a:xfrm>
            <a:custGeom>
              <a:avLst/>
              <a:gdLst/>
              <a:ahLst/>
              <a:cxnLst/>
              <a:rect l="l" t="t" r="r" b="b"/>
              <a:pathLst>
                <a:path w="7733030" h="2141220">
                  <a:moveTo>
                    <a:pt x="0" y="0"/>
                  </a:moveTo>
                  <a:lnTo>
                    <a:pt x="1373365" y="1016557"/>
                  </a:lnTo>
                  <a:lnTo>
                    <a:pt x="4013101" y="1676723"/>
                  </a:lnTo>
                  <a:lnTo>
                    <a:pt x="6579440" y="2033764"/>
                  </a:lnTo>
                  <a:lnTo>
                    <a:pt x="7732612" y="2140941"/>
                  </a:lnTo>
                  <a:lnTo>
                    <a:pt x="3933014" y="2090010"/>
                  </a:lnTo>
                  <a:lnTo>
                    <a:pt x="1562859" y="1942775"/>
                  </a:lnTo>
                  <a:lnTo>
                    <a:pt x="344428" y="1788773"/>
                  </a:lnTo>
                  <a:lnTo>
                    <a:pt x="0" y="17175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3A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9006554"/>
              <a:ext cx="20104735" cy="1955800"/>
            </a:xfrm>
            <a:custGeom>
              <a:avLst/>
              <a:gdLst/>
              <a:ahLst/>
              <a:cxnLst/>
              <a:rect l="l" t="t" r="r" b="b"/>
              <a:pathLst>
                <a:path w="20104735" h="1955800">
                  <a:moveTo>
                    <a:pt x="20104099" y="58"/>
                  </a:moveTo>
                  <a:lnTo>
                    <a:pt x="0" y="58"/>
                  </a:lnTo>
                  <a:lnTo>
                    <a:pt x="0" y="1955300"/>
                  </a:lnTo>
                  <a:lnTo>
                    <a:pt x="20104099" y="1955300"/>
                  </a:lnTo>
                  <a:lnTo>
                    <a:pt x="20104099" y="58"/>
                  </a:lnTo>
                  <a:close/>
                </a:path>
              </a:pathLst>
            </a:custGeom>
            <a:solidFill>
              <a:srgbClr val="53E6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123430" y="4911743"/>
              <a:ext cx="1354455" cy="1237615"/>
            </a:xfrm>
            <a:custGeom>
              <a:avLst/>
              <a:gdLst/>
              <a:ahLst/>
              <a:cxnLst/>
              <a:rect l="l" t="t" r="r" b="b"/>
              <a:pathLst>
                <a:path w="1354454" h="1237614">
                  <a:moveTo>
                    <a:pt x="954582" y="618566"/>
                  </a:moveTo>
                  <a:lnTo>
                    <a:pt x="950099" y="573024"/>
                  </a:lnTo>
                  <a:lnTo>
                    <a:pt x="937183" y="530123"/>
                  </a:lnTo>
                  <a:lnTo>
                    <a:pt x="919403" y="495960"/>
                  </a:lnTo>
                  <a:lnTo>
                    <a:pt x="919403" y="618566"/>
                  </a:lnTo>
                  <a:lnTo>
                    <a:pt x="914476" y="663155"/>
                  </a:lnTo>
                  <a:lnTo>
                    <a:pt x="900328" y="704710"/>
                  </a:lnTo>
                  <a:lnTo>
                    <a:pt x="877938" y="742340"/>
                  </a:lnTo>
                  <a:lnTo>
                    <a:pt x="848309" y="775131"/>
                  </a:lnTo>
                  <a:lnTo>
                    <a:pt x="812406" y="802208"/>
                  </a:lnTo>
                  <a:lnTo>
                    <a:pt x="771220" y="822655"/>
                  </a:lnTo>
                  <a:lnTo>
                    <a:pt x="725741" y="835583"/>
                  </a:lnTo>
                  <a:lnTo>
                    <a:pt x="676935" y="840092"/>
                  </a:lnTo>
                  <a:lnTo>
                    <a:pt x="628129" y="835583"/>
                  </a:lnTo>
                  <a:lnTo>
                    <a:pt x="582650" y="822655"/>
                  </a:lnTo>
                  <a:lnTo>
                    <a:pt x="541477" y="802208"/>
                  </a:lnTo>
                  <a:lnTo>
                    <a:pt x="505574" y="775131"/>
                  </a:lnTo>
                  <a:lnTo>
                    <a:pt x="475957" y="742340"/>
                  </a:lnTo>
                  <a:lnTo>
                    <a:pt x="453580" y="704710"/>
                  </a:lnTo>
                  <a:lnTo>
                    <a:pt x="439432" y="663155"/>
                  </a:lnTo>
                  <a:lnTo>
                    <a:pt x="434492" y="618566"/>
                  </a:lnTo>
                  <a:lnTo>
                    <a:pt x="439432" y="573976"/>
                  </a:lnTo>
                  <a:lnTo>
                    <a:pt x="453580" y="532409"/>
                  </a:lnTo>
                  <a:lnTo>
                    <a:pt x="475957" y="494779"/>
                  </a:lnTo>
                  <a:lnTo>
                    <a:pt x="505574" y="461975"/>
                  </a:lnTo>
                  <a:lnTo>
                    <a:pt x="541477" y="434898"/>
                  </a:lnTo>
                  <a:lnTo>
                    <a:pt x="582650" y="414451"/>
                  </a:lnTo>
                  <a:lnTo>
                    <a:pt x="628129" y="401510"/>
                  </a:lnTo>
                  <a:lnTo>
                    <a:pt x="676935" y="397002"/>
                  </a:lnTo>
                  <a:lnTo>
                    <a:pt x="725741" y="401510"/>
                  </a:lnTo>
                  <a:lnTo>
                    <a:pt x="771220" y="414451"/>
                  </a:lnTo>
                  <a:lnTo>
                    <a:pt x="812406" y="434898"/>
                  </a:lnTo>
                  <a:lnTo>
                    <a:pt x="848309" y="461975"/>
                  </a:lnTo>
                  <a:lnTo>
                    <a:pt x="877938" y="494779"/>
                  </a:lnTo>
                  <a:lnTo>
                    <a:pt x="900328" y="532409"/>
                  </a:lnTo>
                  <a:lnTo>
                    <a:pt x="914476" y="573976"/>
                  </a:lnTo>
                  <a:lnTo>
                    <a:pt x="919403" y="618566"/>
                  </a:lnTo>
                  <a:lnTo>
                    <a:pt x="919403" y="495960"/>
                  </a:lnTo>
                  <a:lnTo>
                    <a:pt x="889203" y="455193"/>
                  </a:lnTo>
                  <a:lnTo>
                    <a:pt x="855726" y="424599"/>
                  </a:lnTo>
                  <a:lnTo>
                    <a:pt x="816965" y="399554"/>
                  </a:lnTo>
                  <a:lnTo>
                    <a:pt x="773722" y="380758"/>
                  </a:lnTo>
                  <a:lnTo>
                    <a:pt x="726782" y="368960"/>
                  </a:lnTo>
                  <a:lnTo>
                    <a:pt x="676935" y="364871"/>
                  </a:lnTo>
                  <a:lnTo>
                    <a:pt x="627100" y="368960"/>
                  </a:lnTo>
                  <a:lnTo>
                    <a:pt x="580161" y="380758"/>
                  </a:lnTo>
                  <a:lnTo>
                    <a:pt x="536917" y="399554"/>
                  </a:lnTo>
                  <a:lnTo>
                    <a:pt x="498170" y="424599"/>
                  </a:lnTo>
                  <a:lnTo>
                    <a:pt x="464680" y="455193"/>
                  </a:lnTo>
                  <a:lnTo>
                    <a:pt x="437261" y="490613"/>
                  </a:lnTo>
                  <a:lnTo>
                    <a:pt x="416699" y="530123"/>
                  </a:lnTo>
                  <a:lnTo>
                    <a:pt x="403783" y="573024"/>
                  </a:lnTo>
                  <a:lnTo>
                    <a:pt x="399300" y="618566"/>
                  </a:lnTo>
                  <a:lnTo>
                    <a:pt x="403783" y="664108"/>
                  </a:lnTo>
                  <a:lnTo>
                    <a:pt x="416699" y="706983"/>
                  </a:lnTo>
                  <a:lnTo>
                    <a:pt x="437261" y="746493"/>
                  </a:lnTo>
                  <a:lnTo>
                    <a:pt x="464680" y="781913"/>
                  </a:lnTo>
                  <a:lnTo>
                    <a:pt x="498170" y="812507"/>
                  </a:lnTo>
                  <a:lnTo>
                    <a:pt x="536917" y="837565"/>
                  </a:lnTo>
                  <a:lnTo>
                    <a:pt x="580161" y="856348"/>
                  </a:lnTo>
                  <a:lnTo>
                    <a:pt x="627100" y="868146"/>
                  </a:lnTo>
                  <a:lnTo>
                    <a:pt x="676935" y="872248"/>
                  </a:lnTo>
                  <a:lnTo>
                    <a:pt x="726782" y="868146"/>
                  </a:lnTo>
                  <a:lnTo>
                    <a:pt x="773722" y="856348"/>
                  </a:lnTo>
                  <a:lnTo>
                    <a:pt x="816965" y="837565"/>
                  </a:lnTo>
                  <a:lnTo>
                    <a:pt x="855726" y="812507"/>
                  </a:lnTo>
                  <a:lnTo>
                    <a:pt x="889203" y="781913"/>
                  </a:lnTo>
                  <a:lnTo>
                    <a:pt x="916622" y="746493"/>
                  </a:lnTo>
                  <a:lnTo>
                    <a:pt x="937183" y="706983"/>
                  </a:lnTo>
                  <a:lnTo>
                    <a:pt x="950099" y="664108"/>
                  </a:lnTo>
                  <a:lnTo>
                    <a:pt x="954582" y="618566"/>
                  </a:lnTo>
                  <a:close/>
                </a:path>
                <a:path w="1354454" h="1237614">
                  <a:moveTo>
                    <a:pt x="1076998" y="618566"/>
                  </a:moveTo>
                  <a:lnTo>
                    <a:pt x="1073873" y="572782"/>
                  </a:lnTo>
                  <a:lnTo>
                    <a:pt x="1064755" y="528662"/>
                  </a:lnTo>
                  <a:lnTo>
                    <a:pt x="1050023" y="486575"/>
                  </a:lnTo>
                  <a:lnTo>
                    <a:pt x="1041819" y="470268"/>
                  </a:lnTo>
                  <a:lnTo>
                    <a:pt x="1041819" y="618566"/>
                  </a:lnTo>
                  <a:lnTo>
                    <a:pt x="1038479" y="663740"/>
                  </a:lnTo>
                  <a:lnTo>
                    <a:pt x="1028763" y="707097"/>
                  </a:lnTo>
                  <a:lnTo>
                    <a:pt x="1013104" y="748207"/>
                  </a:lnTo>
                  <a:lnTo>
                    <a:pt x="991933" y="786701"/>
                  </a:lnTo>
                  <a:lnTo>
                    <a:pt x="965708" y="822159"/>
                  </a:lnTo>
                  <a:lnTo>
                    <a:pt x="934834" y="854202"/>
                  </a:lnTo>
                  <a:lnTo>
                    <a:pt x="899782" y="882396"/>
                  </a:lnTo>
                  <a:lnTo>
                    <a:pt x="860971" y="906373"/>
                  </a:lnTo>
                  <a:lnTo>
                    <a:pt x="818845" y="925715"/>
                  </a:lnTo>
                  <a:lnTo>
                    <a:pt x="773836" y="940028"/>
                  </a:lnTo>
                  <a:lnTo>
                    <a:pt x="726389" y="948905"/>
                  </a:lnTo>
                  <a:lnTo>
                    <a:pt x="676935" y="951953"/>
                  </a:lnTo>
                  <a:lnTo>
                    <a:pt x="627494" y="948905"/>
                  </a:lnTo>
                  <a:lnTo>
                    <a:pt x="580047" y="940028"/>
                  </a:lnTo>
                  <a:lnTo>
                    <a:pt x="535051" y="925715"/>
                  </a:lnTo>
                  <a:lnTo>
                    <a:pt x="492925" y="906373"/>
                  </a:lnTo>
                  <a:lnTo>
                    <a:pt x="454113" y="882396"/>
                  </a:lnTo>
                  <a:lnTo>
                    <a:pt x="419061" y="854202"/>
                  </a:lnTo>
                  <a:lnTo>
                    <a:pt x="388188" y="822159"/>
                  </a:lnTo>
                  <a:lnTo>
                    <a:pt x="361962" y="786701"/>
                  </a:lnTo>
                  <a:lnTo>
                    <a:pt x="340791" y="748207"/>
                  </a:lnTo>
                  <a:lnTo>
                    <a:pt x="325132" y="707097"/>
                  </a:lnTo>
                  <a:lnTo>
                    <a:pt x="315404" y="663740"/>
                  </a:lnTo>
                  <a:lnTo>
                    <a:pt x="312077" y="618566"/>
                  </a:lnTo>
                  <a:lnTo>
                    <a:pt x="315404" y="573379"/>
                  </a:lnTo>
                  <a:lnTo>
                    <a:pt x="325132" y="530021"/>
                  </a:lnTo>
                  <a:lnTo>
                    <a:pt x="340791" y="488899"/>
                  </a:lnTo>
                  <a:lnTo>
                    <a:pt x="361962" y="450405"/>
                  </a:lnTo>
                  <a:lnTo>
                    <a:pt x="388188" y="414934"/>
                  </a:lnTo>
                  <a:lnTo>
                    <a:pt x="419061" y="382905"/>
                  </a:lnTo>
                  <a:lnTo>
                    <a:pt x="454113" y="354698"/>
                  </a:lnTo>
                  <a:lnTo>
                    <a:pt x="492925" y="330733"/>
                  </a:lnTo>
                  <a:lnTo>
                    <a:pt x="535051" y="311391"/>
                  </a:lnTo>
                  <a:lnTo>
                    <a:pt x="580047" y="297078"/>
                  </a:lnTo>
                  <a:lnTo>
                    <a:pt x="627494" y="288201"/>
                  </a:lnTo>
                  <a:lnTo>
                    <a:pt x="676935" y="285153"/>
                  </a:lnTo>
                  <a:lnTo>
                    <a:pt x="726389" y="288201"/>
                  </a:lnTo>
                  <a:lnTo>
                    <a:pt x="773836" y="297078"/>
                  </a:lnTo>
                  <a:lnTo>
                    <a:pt x="818845" y="311391"/>
                  </a:lnTo>
                  <a:lnTo>
                    <a:pt x="860971" y="330733"/>
                  </a:lnTo>
                  <a:lnTo>
                    <a:pt x="899782" y="354698"/>
                  </a:lnTo>
                  <a:lnTo>
                    <a:pt x="934834" y="382905"/>
                  </a:lnTo>
                  <a:lnTo>
                    <a:pt x="965708" y="414934"/>
                  </a:lnTo>
                  <a:lnTo>
                    <a:pt x="991933" y="450405"/>
                  </a:lnTo>
                  <a:lnTo>
                    <a:pt x="1013104" y="488899"/>
                  </a:lnTo>
                  <a:lnTo>
                    <a:pt x="1028763" y="530021"/>
                  </a:lnTo>
                  <a:lnTo>
                    <a:pt x="1038479" y="573379"/>
                  </a:lnTo>
                  <a:lnTo>
                    <a:pt x="1041819" y="618566"/>
                  </a:lnTo>
                  <a:lnTo>
                    <a:pt x="1041819" y="470268"/>
                  </a:lnTo>
                  <a:lnTo>
                    <a:pt x="1005217" y="409854"/>
                  </a:lnTo>
                  <a:lnTo>
                    <a:pt x="975906" y="375920"/>
                  </a:lnTo>
                  <a:lnTo>
                    <a:pt x="942492" y="345389"/>
                  </a:lnTo>
                  <a:lnTo>
                    <a:pt x="905344" y="318592"/>
                  </a:lnTo>
                  <a:lnTo>
                    <a:pt x="864844" y="295910"/>
                  </a:lnTo>
                  <a:lnTo>
                    <a:pt x="821385" y="277660"/>
                  </a:lnTo>
                  <a:lnTo>
                    <a:pt x="775322" y="264198"/>
                  </a:lnTo>
                  <a:lnTo>
                    <a:pt x="727049" y="255866"/>
                  </a:lnTo>
                  <a:lnTo>
                    <a:pt x="676935" y="253009"/>
                  </a:lnTo>
                  <a:lnTo>
                    <a:pt x="626821" y="255866"/>
                  </a:lnTo>
                  <a:lnTo>
                    <a:pt x="578548" y="264198"/>
                  </a:lnTo>
                  <a:lnTo>
                    <a:pt x="532498" y="277660"/>
                  </a:lnTo>
                  <a:lnTo>
                    <a:pt x="489026" y="295910"/>
                  </a:lnTo>
                  <a:lnTo>
                    <a:pt x="448538" y="318592"/>
                  </a:lnTo>
                  <a:lnTo>
                    <a:pt x="411391" y="345389"/>
                  </a:lnTo>
                  <a:lnTo>
                    <a:pt x="377964" y="375920"/>
                  </a:lnTo>
                  <a:lnTo>
                    <a:pt x="348653" y="409854"/>
                  </a:lnTo>
                  <a:lnTo>
                    <a:pt x="323824" y="446862"/>
                  </a:lnTo>
                  <a:lnTo>
                    <a:pt x="303847" y="486575"/>
                  </a:lnTo>
                  <a:lnTo>
                    <a:pt x="289115" y="528662"/>
                  </a:lnTo>
                  <a:lnTo>
                    <a:pt x="279996" y="572782"/>
                  </a:lnTo>
                  <a:lnTo>
                    <a:pt x="276872" y="618566"/>
                  </a:lnTo>
                  <a:lnTo>
                    <a:pt x="279996" y="664349"/>
                  </a:lnTo>
                  <a:lnTo>
                    <a:pt x="289115" y="708456"/>
                  </a:lnTo>
                  <a:lnTo>
                    <a:pt x="303847" y="750544"/>
                  </a:lnTo>
                  <a:lnTo>
                    <a:pt x="323824" y="790257"/>
                  </a:lnTo>
                  <a:lnTo>
                    <a:pt x="348653" y="827265"/>
                  </a:lnTo>
                  <a:lnTo>
                    <a:pt x="377964" y="861199"/>
                  </a:lnTo>
                  <a:lnTo>
                    <a:pt x="411391" y="891743"/>
                  </a:lnTo>
                  <a:lnTo>
                    <a:pt x="448538" y="918527"/>
                  </a:lnTo>
                  <a:lnTo>
                    <a:pt x="489026" y="941209"/>
                  </a:lnTo>
                  <a:lnTo>
                    <a:pt x="532498" y="959459"/>
                  </a:lnTo>
                  <a:lnTo>
                    <a:pt x="578548" y="972921"/>
                  </a:lnTo>
                  <a:lnTo>
                    <a:pt x="626821" y="981252"/>
                  </a:lnTo>
                  <a:lnTo>
                    <a:pt x="676935" y="984110"/>
                  </a:lnTo>
                  <a:lnTo>
                    <a:pt x="727049" y="981252"/>
                  </a:lnTo>
                  <a:lnTo>
                    <a:pt x="775322" y="972921"/>
                  </a:lnTo>
                  <a:lnTo>
                    <a:pt x="821385" y="959459"/>
                  </a:lnTo>
                  <a:lnTo>
                    <a:pt x="864844" y="941209"/>
                  </a:lnTo>
                  <a:lnTo>
                    <a:pt x="905344" y="918527"/>
                  </a:lnTo>
                  <a:lnTo>
                    <a:pt x="942492" y="891743"/>
                  </a:lnTo>
                  <a:lnTo>
                    <a:pt x="975906" y="861199"/>
                  </a:lnTo>
                  <a:lnTo>
                    <a:pt x="1005217" y="827265"/>
                  </a:lnTo>
                  <a:lnTo>
                    <a:pt x="1030046" y="790257"/>
                  </a:lnTo>
                  <a:lnTo>
                    <a:pt x="1050023" y="750544"/>
                  </a:lnTo>
                  <a:lnTo>
                    <a:pt x="1064755" y="708456"/>
                  </a:lnTo>
                  <a:lnTo>
                    <a:pt x="1073873" y="664349"/>
                  </a:lnTo>
                  <a:lnTo>
                    <a:pt x="1076998" y="618566"/>
                  </a:lnTo>
                  <a:close/>
                </a:path>
                <a:path w="1354454" h="1237614">
                  <a:moveTo>
                    <a:pt x="1216126" y="618566"/>
                  </a:moveTo>
                  <a:lnTo>
                    <a:pt x="1213916" y="573786"/>
                  </a:lnTo>
                  <a:lnTo>
                    <a:pt x="1207427" y="530123"/>
                  </a:lnTo>
                  <a:lnTo>
                    <a:pt x="1196835" y="487743"/>
                  </a:lnTo>
                  <a:lnTo>
                    <a:pt x="1182344" y="446836"/>
                  </a:lnTo>
                  <a:lnTo>
                    <a:pt x="1180960" y="443852"/>
                  </a:lnTo>
                  <a:lnTo>
                    <a:pt x="1180960" y="618566"/>
                  </a:lnTo>
                  <a:lnTo>
                    <a:pt x="1178356" y="665581"/>
                  </a:lnTo>
                  <a:lnTo>
                    <a:pt x="1170698" y="711263"/>
                  </a:lnTo>
                  <a:lnTo>
                    <a:pt x="1158265" y="755357"/>
                  </a:lnTo>
                  <a:lnTo>
                    <a:pt x="1141285" y="797648"/>
                  </a:lnTo>
                  <a:lnTo>
                    <a:pt x="1120038" y="837895"/>
                  </a:lnTo>
                  <a:lnTo>
                    <a:pt x="1094765" y="875868"/>
                  </a:lnTo>
                  <a:lnTo>
                    <a:pt x="1065720" y="911326"/>
                  </a:lnTo>
                  <a:lnTo>
                    <a:pt x="1033170" y="944041"/>
                  </a:lnTo>
                  <a:lnTo>
                    <a:pt x="997356" y="973785"/>
                  </a:lnTo>
                  <a:lnTo>
                    <a:pt x="958545" y="1000328"/>
                  </a:lnTo>
                  <a:lnTo>
                    <a:pt x="916990" y="1023416"/>
                  </a:lnTo>
                  <a:lnTo>
                    <a:pt x="872934" y="1042835"/>
                  </a:lnTo>
                  <a:lnTo>
                    <a:pt x="826655" y="1058341"/>
                  </a:lnTo>
                  <a:lnTo>
                    <a:pt x="778383" y="1069708"/>
                  </a:lnTo>
                  <a:lnTo>
                    <a:pt x="728395" y="1076693"/>
                  </a:lnTo>
                  <a:lnTo>
                    <a:pt x="676935" y="1079080"/>
                  </a:lnTo>
                  <a:lnTo>
                    <a:pt x="625475" y="1076693"/>
                  </a:lnTo>
                  <a:lnTo>
                    <a:pt x="575487" y="1069708"/>
                  </a:lnTo>
                  <a:lnTo>
                    <a:pt x="527227" y="1058341"/>
                  </a:lnTo>
                  <a:lnTo>
                    <a:pt x="480949" y="1042835"/>
                  </a:lnTo>
                  <a:lnTo>
                    <a:pt x="436892" y="1023416"/>
                  </a:lnTo>
                  <a:lnTo>
                    <a:pt x="395338" y="1000328"/>
                  </a:lnTo>
                  <a:lnTo>
                    <a:pt x="356527" y="973785"/>
                  </a:lnTo>
                  <a:lnTo>
                    <a:pt x="320725" y="944041"/>
                  </a:lnTo>
                  <a:lnTo>
                    <a:pt x="288175" y="911326"/>
                  </a:lnTo>
                  <a:lnTo>
                    <a:pt x="259130" y="875868"/>
                  </a:lnTo>
                  <a:lnTo>
                    <a:pt x="233857" y="837895"/>
                  </a:lnTo>
                  <a:lnTo>
                    <a:pt x="212610" y="797648"/>
                  </a:lnTo>
                  <a:lnTo>
                    <a:pt x="195643" y="755357"/>
                  </a:lnTo>
                  <a:lnTo>
                    <a:pt x="183197" y="711263"/>
                  </a:lnTo>
                  <a:lnTo>
                    <a:pt x="175552" y="665581"/>
                  </a:lnTo>
                  <a:lnTo>
                    <a:pt x="172948" y="618566"/>
                  </a:lnTo>
                  <a:lnTo>
                    <a:pt x="175552" y="571538"/>
                  </a:lnTo>
                  <a:lnTo>
                    <a:pt x="183197" y="525868"/>
                  </a:lnTo>
                  <a:lnTo>
                    <a:pt x="195643" y="481761"/>
                  </a:lnTo>
                  <a:lnTo>
                    <a:pt x="212610" y="439470"/>
                  </a:lnTo>
                  <a:lnTo>
                    <a:pt x="233857" y="399211"/>
                  </a:lnTo>
                  <a:lnTo>
                    <a:pt x="259130" y="361238"/>
                  </a:lnTo>
                  <a:lnTo>
                    <a:pt x="288175" y="325780"/>
                  </a:lnTo>
                  <a:lnTo>
                    <a:pt x="320725" y="293052"/>
                  </a:lnTo>
                  <a:lnTo>
                    <a:pt x="356527" y="263309"/>
                  </a:lnTo>
                  <a:lnTo>
                    <a:pt x="395338" y="236778"/>
                  </a:lnTo>
                  <a:lnTo>
                    <a:pt x="436892" y="213677"/>
                  </a:lnTo>
                  <a:lnTo>
                    <a:pt x="480949" y="194259"/>
                  </a:lnTo>
                  <a:lnTo>
                    <a:pt x="527227" y="178752"/>
                  </a:lnTo>
                  <a:lnTo>
                    <a:pt x="575487" y="167386"/>
                  </a:lnTo>
                  <a:lnTo>
                    <a:pt x="625475" y="160401"/>
                  </a:lnTo>
                  <a:lnTo>
                    <a:pt x="676935" y="158013"/>
                  </a:lnTo>
                  <a:lnTo>
                    <a:pt x="728395" y="160401"/>
                  </a:lnTo>
                  <a:lnTo>
                    <a:pt x="778383" y="167386"/>
                  </a:lnTo>
                  <a:lnTo>
                    <a:pt x="826655" y="178752"/>
                  </a:lnTo>
                  <a:lnTo>
                    <a:pt x="872934" y="194259"/>
                  </a:lnTo>
                  <a:lnTo>
                    <a:pt x="916990" y="213677"/>
                  </a:lnTo>
                  <a:lnTo>
                    <a:pt x="958545" y="236778"/>
                  </a:lnTo>
                  <a:lnTo>
                    <a:pt x="997356" y="263309"/>
                  </a:lnTo>
                  <a:lnTo>
                    <a:pt x="1033170" y="293052"/>
                  </a:lnTo>
                  <a:lnTo>
                    <a:pt x="1065720" y="325780"/>
                  </a:lnTo>
                  <a:lnTo>
                    <a:pt x="1094765" y="361238"/>
                  </a:lnTo>
                  <a:lnTo>
                    <a:pt x="1120038" y="399211"/>
                  </a:lnTo>
                  <a:lnTo>
                    <a:pt x="1141285" y="439470"/>
                  </a:lnTo>
                  <a:lnTo>
                    <a:pt x="1158265" y="481761"/>
                  </a:lnTo>
                  <a:lnTo>
                    <a:pt x="1170698" y="525868"/>
                  </a:lnTo>
                  <a:lnTo>
                    <a:pt x="1178356" y="571538"/>
                  </a:lnTo>
                  <a:lnTo>
                    <a:pt x="1180960" y="618566"/>
                  </a:lnTo>
                  <a:lnTo>
                    <a:pt x="1180960" y="443852"/>
                  </a:lnTo>
                  <a:lnTo>
                    <a:pt x="1164132" y="407555"/>
                  </a:lnTo>
                  <a:lnTo>
                    <a:pt x="1142403" y="370103"/>
                  </a:lnTo>
                  <a:lnTo>
                    <a:pt x="1117346" y="334632"/>
                  </a:lnTo>
                  <a:lnTo>
                    <a:pt x="1089152" y="301320"/>
                  </a:lnTo>
                  <a:lnTo>
                    <a:pt x="1058011" y="270357"/>
                  </a:lnTo>
                  <a:lnTo>
                    <a:pt x="1024128" y="241896"/>
                  </a:lnTo>
                  <a:lnTo>
                    <a:pt x="987679" y="216141"/>
                  </a:lnTo>
                  <a:lnTo>
                    <a:pt x="948855" y="193243"/>
                  </a:lnTo>
                  <a:lnTo>
                    <a:pt x="907859" y="173393"/>
                  </a:lnTo>
                  <a:lnTo>
                    <a:pt x="864870" y="156756"/>
                  </a:lnTo>
                  <a:lnTo>
                    <a:pt x="820102" y="143510"/>
                  </a:lnTo>
                  <a:lnTo>
                    <a:pt x="773722" y="133832"/>
                  </a:lnTo>
                  <a:lnTo>
                    <a:pt x="725932" y="127889"/>
                  </a:lnTo>
                  <a:lnTo>
                    <a:pt x="676935" y="125882"/>
                  </a:lnTo>
                  <a:lnTo>
                    <a:pt x="627926" y="127889"/>
                  </a:lnTo>
                  <a:lnTo>
                    <a:pt x="580148" y="133832"/>
                  </a:lnTo>
                  <a:lnTo>
                    <a:pt x="533768" y="143510"/>
                  </a:lnTo>
                  <a:lnTo>
                    <a:pt x="488988" y="156756"/>
                  </a:lnTo>
                  <a:lnTo>
                    <a:pt x="446011" y="173393"/>
                  </a:lnTo>
                  <a:lnTo>
                    <a:pt x="405015" y="193243"/>
                  </a:lnTo>
                  <a:lnTo>
                    <a:pt x="366191" y="216141"/>
                  </a:lnTo>
                  <a:lnTo>
                    <a:pt x="329742" y="241896"/>
                  </a:lnTo>
                  <a:lnTo>
                    <a:pt x="295859" y="270357"/>
                  </a:lnTo>
                  <a:lnTo>
                    <a:pt x="264718" y="301320"/>
                  </a:lnTo>
                  <a:lnTo>
                    <a:pt x="236524" y="334632"/>
                  </a:lnTo>
                  <a:lnTo>
                    <a:pt x="211480" y="370103"/>
                  </a:lnTo>
                  <a:lnTo>
                    <a:pt x="189750" y="407555"/>
                  </a:lnTo>
                  <a:lnTo>
                    <a:pt x="171538" y="446836"/>
                  </a:lnTo>
                  <a:lnTo>
                    <a:pt x="157048" y="487743"/>
                  </a:lnTo>
                  <a:lnTo>
                    <a:pt x="146456" y="530123"/>
                  </a:lnTo>
                  <a:lnTo>
                    <a:pt x="139954" y="573786"/>
                  </a:lnTo>
                  <a:lnTo>
                    <a:pt x="137756" y="618566"/>
                  </a:lnTo>
                  <a:lnTo>
                    <a:pt x="139954" y="663346"/>
                  </a:lnTo>
                  <a:lnTo>
                    <a:pt x="146456" y="707009"/>
                  </a:lnTo>
                  <a:lnTo>
                    <a:pt x="157048" y="749376"/>
                  </a:lnTo>
                  <a:lnTo>
                    <a:pt x="171538" y="790295"/>
                  </a:lnTo>
                  <a:lnTo>
                    <a:pt x="189750" y="829564"/>
                  </a:lnTo>
                  <a:lnTo>
                    <a:pt x="211480" y="867029"/>
                  </a:lnTo>
                  <a:lnTo>
                    <a:pt x="236524" y="902500"/>
                  </a:lnTo>
                  <a:lnTo>
                    <a:pt x="264718" y="935799"/>
                  </a:lnTo>
                  <a:lnTo>
                    <a:pt x="295859" y="966762"/>
                  </a:lnTo>
                  <a:lnTo>
                    <a:pt x="329742" y="995222"/>
                  </a:lnTo>
                  <a:lnTo>
                    <a:pt x="366191" y="1020978"/>
                  </a:lnTo>
                  <a:lnTo>
                    <a:pt x="405015" y="1043876"/>
                  </a:lnTo>
                  <a:lnTo>
                    <a:pt x="446011" y="1063726"/>
                  </a:lnTo>
                  <a:lnTo>
                    <a:pt x="488988" y="1080363"/>
                  </a:lnTo>
                  <a:lnTo>
                    <a:pt x="533768" y="1093609"/>
                  </a:lnTo>
                  <a:lnTo>
                    <a:pt x="580148" y="1103287"/>
                  </a:lnTo>
                  <a:lnTo>
                    <a:pt x="627926" y="1109218"/>
                  </a:lnTo>
                  <a:lnTo>
                    <a:pt x="676935" y="1111237"/>
                  </a:lnTo>
                  <a:lnTo>
                    <a:pt x="725932" y="1109218"/>
                  </a:lnTo>
                  <a:lnTo>
                    <a:pt x="773722" y="1103287"/>
                  </a:lnTo>
                  <a:lnTo>
                    <a:pt x="820102" y="1093609"/>
                  </a:lnTo>
                  <a:lnTo>
                    <a:pt x="864882" y="1080363"/>
                  </a:lnTo>
                  <a:lnTo>
                    <a:pt x="907859" y="1063726"/>
                  </a:lnTo>
                  <a:lnTo>
                    <a:pt x="948855" y="1043876"/>
                  </a:lnTo>
                  <a:lnTo>
                    <a:pt x="987679" y="1020978"/>
                  </a:lnTo>
                  <a:lnTo>
                    <a:pt x="1024128" y="995222"/>
                  </a:lnTo>
                  <a:lnTo>
                    <a:pt x="1058011" y="966762"/>
                  </a:lnTo>
                  <a:lnTo>
                    <a:pt x="1089152" y="935799"/>
                  </a:lnTo>
                  <a:lnTo>
                    <a:pt x="1117346" y="902500"/>
                  </a:lnTo>
                  <a:lnTo>
                    <a:pt x="1142403" y="867029"/>
                  </a:lnTo>
                  <a:lnTo>
                    <a:pt x="1164132" y="829564"/>
                  </a:lnTo>
                  <a:lnTo>
                    <a:pt x="1182344" y="790295"/>
                  </a:lnTo>
                  <a:lnTo>
                    <a:pt x="1196835" y="749376"/>
                  </a:lnTo>
                  <a:lnTo>
                    <a:pt x="1207427" y="707009"/>
                  </a:lnTo>
                  <a:lnTo>
                    <a:pt x="1213916" y="663346"/>
                  </a:lnTo>
                  <a:lnTo>
                    <a:pt x="1216126" y="618566"/>
                  </a:lnTo>
                  <a:close/>
                </a:path>
                <a:path w="1354454" h="1237614">
                  <a:moveTo>
                    <a:pt x="1353896" y="618566"/>
                  </a:moveTo>
                  <a:lnTo>
                    <a:pt x="1352029" y="572477"/>
                  </a:lnTo>
                  <a:lnTo>
                    <a:pt x="1346542" y="527291"/>
                  </a:lnTo>
                  <a:lnTo>
                    <a:pt x="1337551" y="483133"/>
                  </a:lnTo>
                  <a:lnTo>
                    <a:pt x="1325181" y="440118"/>
                  </a:lnTo>
                  <a:lnTo>
                    <a:pt x="1318666" y="422694"/>
                  </a:lnTo>
                  <a:lnTo>
                    <a:pt x="1318666" y="618566"/>
                  </a:lnTo>
                  <a:lnTo>
                    <a:pt x="1316736" y="664324"/>
                  </a:lnTo>
                  <a:lnTo>
                    <a:pt x="1311021" y="709129"/>
                  </a:lnTo>
                  <a:lnTo>
                    <a:pt x="1301686" y="752856"/>
                  </a:lnTo>
                  <a:lnTo>
                    <a:pt x="1288872" y="795362"/>
                  </a:lnTo>
                  <a:lnTo>
                    <a:pt x="1272705" y="836536"/>
                  </a:lnTo>
                  <a:lnTo>
                    <a:pt x="1253350" y="876223"/>
                  </a:lnTo>
                  <a:lnTo>
                    <a:pt x="1230934" y="914298"/>
                  </a:lnTo>
                  <a:lnTo>
                    <a:pt x="1205611" y="950633"/>
                  </a:lnTo>
                  <a:lnTo>
                    <a:pt x="1177518" y="985100"/>
                  </a:lnTo>
                  <a:lnTo>
                    <a:pt x="1146810" y="1017562"/>
                  </a:lnTo>
                  <a:lnTo>
                    <a:pt x="1113612" y="1047902"/>
                  </a:lnTo>
                  <a:lnTo>
                    <a:pt x="1078077" y="1075969"/>
                  </a:lnTo>
                  <a:lnTo>
                    <a:pt x="1040358" y="1101636"/>
                  </a:lnTo>
                  <a:lnTo>
                    <a:pt x="1000594" y="1124775"/>
                  </a:lnTo>
                  <a:lnTo>
                    <a:pt x="958913" y="1145260"/>
                  </a:lnTo>
                  <a:lnTo>
                    <a:pt x="915479" y="1162951"/>
                  </a:lnTo>
                  <a:lnTo>
                    <a:pt x="870432" y="1177721"/>
                  </a:lnTo>
                  <a:lnTo>
                    <a:pt x="823912" y="1189431"/>
                  </a:lnTo>
                  <a:lnTo>
                    <a:pt x="776058" y="1197965"/>
                  </a:lnTo>
                  <a:lnTo>
                    <a:pt x="727011" y="1203185"/>
                  </a:lnTo>
                  <a:lnTo>
                    <a:pt x="676935" y="1204950"/>
                  </a:lnTo>
                  <a:lnTo>
                    <a:pt x="626859" y="1203185"/>
                  </a:lnTo>
                  <a:lnTo>
                    <a:pt x="577811" y="1197965"/>
                  </a:lnTo>
                  <a:lnTo>
                    <a:pt x="529971" y="1189431"/>
                  </a:lnTo>
                  <a:lnTo>
                    <a:pt x="483438" y="1177721"/>
                  </a:lnTo>
                  <a:lnTo>
                    <a:pt x="438391" y="1162951"/>
                  </a:lnTo>
                  <a:lnTo>
                    <a:pt x="394957" y="1145260"/>
                  </a:lnTo>
                  <a:lnTo>
                    <a:pt x="353288" y="1124775"/>
                  </a:lnTo>
                  <a:lnTo>
                    <a:pt x="313512" y="1101636"/>
                  </a:lnTo>
                  <a:lnTo>
                    <a:pt x="275793" y="1075969"/>
                  </a:lnTo>
                  <a:lnTo>
                    <a:pt x="240258" y="1047902"/>
                  </a:lnTo>
                  <a:lnTo>
                    <a:pt x="207073" y="1017562"/>
                  </a:lnTo>
                  <a:lnTo>
                    <a:pt x="176352" y="985100"/>
                  </a:lnTo>
                  <a:lnTo>
                    <a:pt x="148259" y="950633"/>
                  </a:lnTo>
                  <a:lnTo>
                    <a:pt x="122936" y="914298"/>
                  </a:lnTo>
                  <a:lnTo>
                    <a:pt x="100520" y="876223"/>
                  </a:lnTo>
                  <a:lnTo>
                    <a:pt x="81153" y="836536"/>
                  </a:lnTo>
                  <a:lnTo>
                    <a:pt x="64998" y="795362"/>
                  </a:lnTo>
                  <a:lnTo>
                    <a:pt x="52171" y="752856"/>
                  </a:lnTo>
                  <a:lnTo>
                    <a:pt x="42837" y="709129"/>
                  </a:lnTo>
                  <a:lnTo>
                    <a:pt x="37134" y="664324"/>
                  </a:lnTo>
                  <a:lnTo>
                    <a:pt x="35191" y="618566"/>
                  </a:lnTo>
                  <a:lnTo>
                    <a:pt x="37134" y="572808"/>
                  </a:lnTo>
                  <a:lnTo>
                    <a:pt x="42837" y="527989"/>
                  </a:lnTo>
                  <a:lnTo>
                    <a:pt x="52171" y="484263"/>
                  </a:lnTo>
                  <a:lnTo>
                    <a:pt x="64998" y="441756"/>
                  </a:lnTo>
                  <a:lnTo>
                    <a:pt x="81153" y="400596"/>
                  </a:lnTo>
                  <a:lnTo>
                    <a:pt x="100520" y="360908"/>
                  </a:lnTo>
                  <a:lnTo>
                    <a:pt x="122936" y="322821"/>
                  </a:lnTo>
                  <a:lnTo>
                    <a:pt x="148259" y="286486"/>
                  </a:lnTo>
                  <a:lnTo>
                    <a:pt x="176352" y="252018"/>
                  </a:lnTo>
                  <a:lnTo>
                    <a:pt x="207073" y="219557"/>
                  </a:lnTo>
                  <a:lnTo>
                    <a:pt x="240258" y="189230"/>
                  </a:lnTo>
                  <a:lnTo>
                    <a:pt x="275793" y="161163"/>
                  </a:lnTo>
                  <a:lnTo>
                    <a:pt x="313512" y="135496"/>
                  </a:lnTo>
                  <a:lnTo>
                    <a:pt x="353288" y="112356"/>
                  </a:lnTo>
                  <a:lnTo>
                    <a:pt x="394957" y="91871"/>
                  </a:lnTo>
                  <a:lnTo>
                    <a:pt x="438391" y="74180"/>
                  </a:lnTo>
                  <a:lnTo>
                    <a:pt x="483438" y="59410"/>
                  </a:lnTo>
                  <a:lnTo>
                    <a:pt x="529958" y="47701"/>
                  </a:lnTo>
                  <a:lnTo>
                    <a:pt x="577811" y="39166"/>
                  </a:lnTo>
                  <a:lnTo>
                    <a:pt x="626859" y="33959"/>
                  </a:lnTo>
                  <a:lnTo>
                    <a:pt x="676935" y="32181"/>
                  </a:lnTo>
                  <a:lnTo>
                    <a:pt x="727011" y="33959"/>
                  </a:lnTo>
                  <a:lnTo>
                    <a:pt x="776058" y="39166"/>
                  </a:lnTo>
                  <a:lnTo>
                    <a:pt x="823912" y="47701"/>
                  </a:lnTo>
                  <a:lnTo>
                    <a:pt x="870432" y="59410"/>
                  </a:lnTo>
                  <a:lnTo>
                    <a:pt x="915479" y="74180"/>
                  </a:lnTo>
                  <a:lnTo>
                    <a:pt x="958913" y="91871"/>
                  </a:lnTo>
                  <a:lnTo>
                    <a:pt x="1000594" y="112356"/>
                  </a:lnTo>
                  <a:lnTo>
                    <a:pt x="1040358" y="135496"/>
                  </a:lnTo>
                  <a:lnTo>
                    <a:pt x="1078077" y="161163"/>
                  </a:lnTo>
                  <a:lnTo>
                    <a:pt x="1113612" y="189230"/>
                  </a:lnTo>
                  <a:lnTo>
                    <a:pt x="1146797" y="219557"/>
                  </a:lnTo>
                  <a:lnTo>
                    <a:pt x="1177518" y="252018"/>
                  </a:lnTo>
                  <a:lnTo>
                    <a:pt x="1205611" y="286486"/>
                  </a:lnTo>
                  <a:lnTo>
                    <a:pt x="1230934" y="322821"/>
                  </a:lnTo>
                  <a:lnTo>
                    <a:pt x="1253350" y="360908"/>
                  </a:lnTo>
                  <a:lnTo>
                    <a:pt x="1272705" y="400596"/>
                  </a:lnTo>
                  <a:lnTo>
                    <a:pt x="1288872" y="441756"/>
                  </a:lnTo>
                  <a:lnTo>
                    <a:pt x="1301686" y="484263"/>
                  </a:lnTo>
                  <a:lnTo>
                    <a:pt x="1311021" y="527989"/>
                  </a:lnTo>
                  <a:lnTo>
                    <a:pt x="1316736" y="572808"/>
                  </a:lnTo>
                  <a:lnTo>
                    <a:pt x="1318666" y="618566"/>
                  </a:lnTo>
                  <a:lnTo>
                    <a:pt x="1318666" y="422694"/>
                  </a:lnTo>
                  <a:lnTo>
                    <a:pt x="1290878" y="358038"/>
                  </a:lnTo>
                  <a:lnTo>
                    <a:pt x="1269199" y="319201"/>
                  </a:lnTo>
                  <a:lnTo>
                    <a:pt x="1244676" y="282003"/>
                  </a:lnTo>
                  <a:lnTo>
                    <a:pt x="1217447" y="246545"/>
                  </a:lnTo>
                  <a:lnTo>
                    <a:pt x="1187640" y="212966"/>
                  </a:lnTo>
                  <a:lnTo>
                    <a:pt x="1155382" y="181381"/>
                  </a:lnTo>
                  <a:lnTo>
                    <a:pt x="1120813" y="151917"/>
                  </a:lnTo>
                  <a:lnTo>
                    <a:pt x="1084072" y="124675"/>
                  </a:lnTo>
                  <a:lnTo>
                    <a:pt x="1045273" y="99796"/>
                  </a:lnTo>
                  <a:lnTo>
                    <a:pt x="1004557" y="77393"/>
                  </a:lnTo>
                  <a:lnTo>
                    <a:pt x="962050" y="57581"/>
                  </a:lnTo>
                  <a:lnTo>
                    <a:pt x="917892" y="40487"/>
                  </a:lnTo>
                  <a:lnTo>
                    <a:pt x="872223" y="26238"/>
                  </a:lnTo>
                  <a:lnTo>
                    <a:pt x="825157" y="14935"/>
                  </a:lnTo>
                  <a:lnTo>
                    <a:pt x="776833" y="6718"/>
                  </a:lnTo>
                  <a:lnTo>
                    <a:pt x="727379" y="1701"/>
                  </a:lnTo>
                  <a:lnTo>
                    <a:pt x="676935" y="0"/>
                  </a:lnTo>
                  <a:lnTo>
                    <a:pt x="626491" y="1701"/>
                  </a:lnTo>
                  <a:lnTo>
                    <a:pt x="577037" y="6718"/>
                  </a:lnTo>
                  <a:lnTo>
                    <a:pt x="528713" y="14935"/>
                  </a:lnTo>
                  <a:lnTo>
                    <a:pt x="481647" y="26238"/>
                  </a:lnTo>
                  <a:lnTo>
                    <a:pt x="435978" y="40487"/>
                  </a:lnTo>
                  <a:lnTo>
                    <a:pt x="391820" y="57581"/>
                  </a:lnTo>
                  <a:lnTo>
                    <a:pt x="349326" y="77393"/>
                  </a:lnTo>
                  <a:lnTo>
                    <a:pt x="308610" y="99796"/>
                  </a:lnTo>
                  <a:lnTo>
                    <a:pt x="269811" y="124675"/>
                  </a:lnTo>
                  <a:lnTo>
                    <a:pt x="233070" y="151917"/>
                  </a:lnTo>
                  <a:lnTo>
                    <a:pt x="198501" y="181381"/>
                  </a:lnTo>
                  <a:lnTo>
                    <a:pt x="166243" y="212966"/>
                  </a:lnTo>
                  <a:lnTo>
                    <a:pt x="136436" y="246545"/>
                  </a:lnTo>
                  <a:lnTo>
                    <a:pt x="109207" y="282003"/>
                  </a:lnTo>
                  <a:lnTo>
                    <a:pt x="84696" y="319201"/>
                  </a:lnTo>
                  <a:lnTo>
                    <a:pt x="63017" y="358038"/>
                  </a:lnTo>
                  <a:lnTo>
                    <a:pt x="44310" y="398386"/>
                  </a:lnTo>
                  <a:lnTo>
                    <a:pt x="28714" y="440118"/>
                  </a:lnTo>
                  <a:lnTo>
                    <a:pt x="16344" y="483133"/>
                  </a:lnTo>
                  <a:lnTo>
                    <a:pt x="7353" y="527291"/>
                  </a:lnTo>
                  <a:lnTo>
                    <a:pt x="1866" y="572477"/>
                  </a:lnTo>
                  <a:lnTo>
                    <a:pt x="0" y="618566"/>
                  </a:lnTo>
                  <a:lnTo>
                    <a:pt x="1866" y="664654"/>
                  </a:lnTo>
                  <a:lnTo>
                    <a:pt x="7353" y="709841"/>
                  </a:lnTo>
                  <a:lnTo>
                    <a:pt x="16344" y="753999"/>
                  </a:lnTo>
                  <a:lnTo>
                    <a:pt x="28714" y="797001"/>
                  </a:lnTo>
                  <a:lnTo>
                    <a:pt x="44310" y="838733"/>
                  </a:lnTo>
                  <a:lnTo>
                    <a:pt x="63017" y="879081"/>
                  </a:lnTo>
                  <a:lnTo>
                    <a:pt x="84696" y="917917"/>
                  </a:lnTo>
                  <a:lnTo>
                    <a:pt x="109220" y="955116"/>
                  </a:lnTo>
                  <a:lnTo>
                    <a:pt x="136436" y="990574"/>
                  </a:lnTo>
                  <a:lnTo>
                    <a:pt x="166243" y="1024140"/>
                  </a:lnTo>
                  <a:lnTo>
                    <a:pt x="198501" y="1055725"/>
                  </a:lnTo>
                  <a:lnTo>
                    <a:pt x="233070" y="1085202"/>
                  </a:lnTo>
                  <a:lnTo>
                    <a:pt x="269811" y="1112431"/>
                  </a:lnTo>
                  <a:lnTo>
                    <a:pt x="308610" y="1137310"/>
                  </a:lnTo>
                  <a:lnTo>
                    <a:pt x="349326" y="1159713"/>
                  </a:lnTo>
                  <a:lnTo>
                    <a:pt x="391820" y="1179525"/>
                  </a:lnTo>
                  <a:lnTo>
                    <a:pt x="435978" y="1196619"/>
                  </a:lnTo>
                  <a:lnTo>
                    <a:pt x="481647" y="1210868"/>
                  </a:lnTo>
                  <a:lnTo>
                    <a:pt x="528713" y="1222171"/>
                  </a:lnTo>
                  <a:lnTo>
                    <a:pt x="577037" y="1230388"/>
                  </a:lnTo>
                  <a:lnTo>
                    <a:pt x="626491" y="1235405"/>
                  </a:lnTo>
                  <a:lnTo>
                    <a:pt x="676935" y="1237107"/>
                  </a:lnTo>
                  <a:lnTo>
                    <a:pt x="727379" y="1235405"/>
                  </a:lnTo>
                  <a:lnTo>
                    <a:pt x="776833" y="1230388"/>
                  </a:lnTo>
                  <a:lnTo>
                    <a:pt x="825157" y="1222171"/>
                  </a:lnTo>
                  <a:lnTo>
                    <a:pt x="872223" y="1210868"/>
                  </a:lnTo>
                  <a:lnTo>
                    <a:pt x="917892" y="1196619"/>
                  </a:lnTo>
                  <a:lnTo>
                    <a:pt x="962050" y="1179525"/>
                  </a:lnTo>
                  <a:lnTo>
                    <a:pt x="1004557" y="1159713"/>
                  </a:lnTo>
                  <a:lnTo>
                    <a:pt x="1045273" y="1137310"/>
                  </a:lnTo>
                  <a:lnTo>
                    <a:pt x="1084072" y="1112431"/>
                  </a:lnTo>
                  <a:lnTo>
                    <a:pt x="1120813" y="1085202"/>
                  </a:lnTo>
                  <a:lnTo>
                    <a:pt x="1155382" y="1055725"/>
                  </a:lnTo>
                  <a:lnTo>
                    <a:pt x="1187640" y="1024140"/>
                  </a:lnTo>
                  <a:lnTo>
                    <a:pt x="1217447" y="990574"/>
                  </a:lnTo>
                  <a:lnTo>
                    <a:pt x="1244676" y="955116"/>
                  </a:lnTo>
                  <a:lnTo>
                    <a:pt x="1269199" y="917917"/>
                  </a:lnTo>
                  <a:lnTo>
                    <a:pt x="1290878" y="879081"/>
                  </a:lnTo>
                  <a:lnTo>
                    <a:pt x="1309585" y="838746"/>
                  </a:lnTo>
                  <a:lnTo>
                    <a:pt x="1325181" y="797001"/>
                  </a:lnTo>
                  <a:lnTo>
                    <a:pt x="1337551" y="753999"/>
                  </a:lnTo>
                  <a:lnTo>
                    <a:pt x="1346542" y="709841"/>
                  </a:lnTo>
                  <a:lnTo>
                    <a:pt x="1352029" y="664654"/>
                  </a:lnTo>
                  <a:lnTo>
                    <a:pt x="1353896" y="6185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51819" y="1011142"/>
              <a:ext cx="7371587" cy="7366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751819" y="1007078"/>
              <a:ext cx="7371715" cy="7370445"/>
            </a:xfrm>
            <a:custGeom>
              <a:avLst/>
              <a:gdLst/>
              <a:ahLst/>
              <a:cxnLst/>
              <a:rect l="l" t="t" r="r" b="b"/>
              <a:pathLst>
                <a:path w="7371715" h="7370445">
                  <a:moveTo>
                    <a:pt x="3685429" y="260"/>
                  </a:moveTo>
                  <a:lnTo>
                    <a:pt x="3637038" y="571"/>
                  </a:lnTo>
                  <a:lnTo>
                    <a:pt x="3588796" y="1502"/>
                  </a:lnTo>
                  <a:lnTo>
                    <a:pt x="3540708" y="3049"/>
                  </a:lnTo>
                  <a:lnTo>
                    <a:pt x="3492776" y="5208"/>
                  </a:lnTo>
                  <a:lnTo>
                    <a:pt x="3445006" y="7975"/>
                  </a:lnTo>
                  <a:lnTo>
                    <a:pt x="3397400" y="11347"/>
                  </a:lnTo>
                  <a:lnTo>
                    <a:pt x="3349962" y="15319"/>
                  </a:lnTo>
                  <a:lnTo>
                    <a:pt x="3302697" y="19889"/>
                  </a:lnTo>
                  <a:lnTo>
                    <a:pt x="3255608" y="25051"/>
                  </a:lnTo>
                  <a:lnTo>
                    <a:pt x="3208698" y="30803"/>
                  </a:lnTo>
                  <a:lnTo>
                    <a:pt x="3161972" y="37141"/>
                  </a:lnTo>
                  <a:lnTo>
                    <a:pt x="3115433" y="44060"/>
                  </a:lnTo>
                  <a:lnTo>
                    <a:pt x="3069086" y="51558"/>
                  </a:lnTo>
                  <a:lnTo>
                    <a:pt x="3022933" y="59630"/>
                  </a:lnTo>
                  <a:lnTo>
                    <a:pt x="2976979" y="68272"/>
                  </a:lnTo>
                  <a:lnTo>
                    <a:pt x="2931228" y="77480"/>
                  </a:lnTo>
                  <a:lnTo>
                    <a:pt x="2885683" y="87252"/>
                  </a:lnTo>
                  <a:lnTo>
                    <a:pt x="2840348" y="97582"/>
                  </a:lnTo>
                  <a:lnTo>
                    <a:pt x="2795227" y="108468"/>
                  </a:lnTo>
                  <a:lnTo>
                    <a:pt x="2750323" y="119905"/>
                  </a:lnTo>
                  <a:lnTo>
                    <a:pt x="2705641" y="131890"/>
                  </a:lnTo>
                  <a:lnTo>
                    <a:pt x="2661185" y="144419"/>
                  </a:lnTo>
                  <a:lnTo>
                    <a:pt x="2616957" y="157488"/>
                  </a:lnTo>
                  <a:lnTo>
                    <a:pt x="2572963" y="171093"/>
                  </a:lnTo>
                  <a:lnTo>
                    <a:pt x="2529205" y="185231"/>
                  </a:lnTo>
                  <a:lnTo>
                    <a:pt x="2485687" y="199897"/>
                  </a:lnTo>
                  <a:lnTo>
                    <a:pt x="2442414" y="215088"/>
                  </a:lnTo>
                  <a:lnTo>
                    <a:pt x="2399389" y="230800"/>
                  </a:lnTo>
                  <a:lnTo>
                    <a:pt x="2356616" y="247030"/>
                  </a:lnTo>
                  <a:lnTo>
                    <a:pt x="2314098" y="263773"/>
                  </a:lnTo>
                  <a:lnTo>
                    <a:pt x="2271840" y="281026"/>
                  </a:lnTo>
                  <a:lnTo>
                    <a:pt x="2229845" y="298785"/>
                  </a:lnTo>
                  <a:lnTo>
                    <a:pt x="2188117" y="317046"/>
                  </a:lnTo>
                  <a:lnTo>
                    <a:pt x="2146660" y="335805"/>
                  </a:lnTo>
                  <a:lnTo>
                    <a:pt x="2105477" y="355059"/>
                  </a:lnTo>
                  <a:lnTo>
                    <a:pt x="2064573" y="374803"/>
                  </a:lnTo>
                  <a:lnTo>
                    <a:pt x="2023952" y="395035"/>
                  </a:lnTo>
                  <a:lnTo>
                    <a:pt x="1983616" y="415750"/>
                  </a:lnTo>
                  <a:lnTo>
                    <a:pt x="1943570" y="436944"/>
                  </a:lnTo>
                  <a:lnTo>
                    <a:pt x="1903817" y="458614"/>
                  </a:lnTo>
                  <a:lnTo>
                    <a:pt x="1864362" y="480755"/>
                  </a:lnTo>
                  <a:lnTo>
                    <a:pt x="1825208" y="503365"/>
                  </a:lnTo>
                  <a:lnTo>
                    <a:pt x="1786359" y="526438"/>
                  </a:lnTo>
                  <a:lnTo>
                    <a:pt x="1747819" y="549973"/>
                  </a:lnTo>
                  <a:lnTo>
                    <a:pt x="1709591" y="573963"/>
                  </a:lnTo>
                  <a:lnTo>
                    <a:pt x="1671680" y="598407"/>
                  </a:lnTo>
                  <a:lnTo>
                    <a:pt x="1634088" y="623300"/>
                  </a:lnTo>
                  <a:lnTo>
                    <a:pt x="1596821" y="648638"/>
                  </a:lnTo>
                  <a:lnTo>
                    <a:pt x="1559882" y="674417"/>
                  </a:lnTo>
                  <a:lnTo>
                    <a:pt x="1523273" y="700634"/>
                  </a:lnTo>
                  <a:lnTo>
                    <a:pt x="1487001" y="727285"/>
                  </a:lnTo>
                  <a:lnTo>
                    <a:pt x="1451067" y="754366"/>
                  </a:lnTo>
                  <a:lnTo>
                    <a:pt x="1415476" y="781874"/>
                  </a:lnTo>
                  <a:lnTo>
                    <a:pt x="1380233" y="809803"/>
                  </a:lnTo>
                  <a:lnTo>
                    <a:pt x="1345339" y="838152"/>
                  </a:lnTo>
                  <a:lnTo>
                    <a:pt x="1310800" y="866915"/>
                  </a:lnTo>
                  <a:lnTo>
                    <a:pt x="1276619" y="896090"/>
                  </a:lnTo>
                  <a:lnTo>
                    <a:pt x="1242799" y="925672"/>
                  </a:lnTo>
                  <a:lnTo>
                    <a:pt x="1209346" y="955657"/>
                  </a:lnTo>
                  <a:lnTo>
                    <a:pt x="1176262" y="986042"/>
                  </a:lnTo>
                  <a:lnTo>
                    <a:pt x="1143551" y="1016823"/>
                  </a:lnTo>
                  <a:lnTo>
                    <a:pt x="1111217" y="1047996"/>
                  </a:lnTo>
                  <a:lnTo>
                    <a:pt x="1079264" y="1079558"/>
                  </a:lnTo>
                  <a:lnTo>
                    <a:pt x="1047696" y="1111504"/>
                  </a:lnTo>
                  <a:lnTo>
                    <a:pt x="1016516" y="1143831"/>
                  </a:lnTo>
                  <a:lnTo>
                    <a:pt x="985728" y="1176535"/>
                  </a:lnTo>
                  <a:lnTo>
                    <a:pt x="955336" y="1209612"/>
                  </a:lnTo>
                  <a:lnTo>
                    <a:pt x="925345" y="1243058"/>
                  </a:lnTo>
                  <a:lnTo>
                    <a:pt x="895756" y="1276871"/>
                  </a:lnTo>
                  <a:lnTo>
                    <a:pt x="866575" y="1311044"/>
                  </a:lnTo>
                  <a:lnTo>
                    <a:pt x="837806" y="1345576"/>
                  </a:lnTo>
                  <a:lnTo>
                    <a:pt x="809451" y="1380462"/>
                  </a:lnTo>
                  <a:lnTo>
                    <a:pt x="781515" y="1415699"/>
                  </a:lnTo>
                  <a:lnTo>
                    <a:pt x="754002" y="1451282"/>
                  </a:lnTo>
                  <a:lnTo>
                    <a:pt x="726915" y="1487208"/>
                  </a:lnTo>
                  <a:lnTo>
                    <a:pt x="700258" y="1523473"/>
                  </a:lnTo>
                  <a:lnTo>
                    <a:pt x="674036" y="1560074"/>
                  </a:lnTo>
                  <a:lnTo>
                    <a:pt x="648250" y="1597006"/>
                  </a:lnTo>
                  <a:lnTo>
                    <a:pt x="622907" y="1634265"/>
                  </a:lnTo>
                  <a:lnTo>
                    <a:pt x="598009" y="1671848"/>
                  </a:lnTo>
                  <a:lnTo>
                    <a:pt x="573560" y="1709752"/>
                  </a:lnTo>
                  <a:lnTo>
                    <a:pt x="549564" y="1747972"/>
                  </a:lnTo>
                  <a:lnTo>
                    <a:pt x="526024" y="1786504"/>
                  </a:lnTo>
                  <a:lnTo>
                    <a:pt x="502946" y="1825345"/>
                  </a:lnTo>
                  <a:lnTo>
                    <a:pt x="480331" y="1864491"/>
                  </a:lnTo>
                  <a:lnTo>
                    <a:pt x="458185" y="1903938"/>
                  </a:lnTo>
                  <a:lnTo>
                    <a:pt x="436510" y="1943682"/>
                  </a:lnTo>
                  <a:lnTo>
                    <a:pt x="415311" y="1983720"/>
                  </a:lnTo>
                  <a:lnTo>
                    <a:pt x="394592" y="2024048"/>
                  </a:lnTo>
                  <a:lnTo>
                    <a:pt x="374356" y="2064661"/>
                  </a:lnTo>
                  <a:lnTo>
                    <a:pt x="354607" y="2105557"/>
                  </a:lnTo>
                  <a:lnTo>
                    <a:pt x="335349" y="2146731"/>
                  </a:lnTo>
                  <a:lnTo>
                    <a:pt x="316585" y="2188180"/>
                  </a:lnTo>
                  <a:lnTo>
                    <a:pt x="298320" y="2229899"/>
                  </a:lnTo>
                  <a:lnTo>
                    <a:pt x="280557" y="2271886"/>
                  </a:lnTo>
                  <a:lnTo>
                    <a:pt x="263301" y="2314135"/>
                  </a:lnTo>
                  <a:lnTo>
                    <a:pt x="246554" y="2356644"/>
                  </a:lnTo>
                  <a:lnTo>
                    <a:pt x="230320" y="2399409"/>
                  </a:lnTo>
                  <a:lnTo>
                    <a:pt x="214605" y="2442425"/>
                  </a:lnTo>
                  <a:lnTo>
                    <a:pt x="199410" y="2485690"/>
                  </a:lnTo>
                  <a:lnTo>
                    <a:pt x="184740" y="2529199"/>
                  </a:lnTo>
                  <a:lnTo>
                    <a:pt x="170600" y="2572948"/>
                  </a:lnTo>
                  <a:lnTo>
                    <a:pt x="156992" y="2616934"/>
                  </a:lnTo>
                  <a:lnTo>
                    <a:pt x="143920" y="2661152"/>
                  </a:lnTo>
                  <a:lnTo>
                    <a:pt x="131388" y="2705600"/>
                  </a:lnTo>
                  <a:lnTo>
                    <a:pt x="119401" y="2750273"/>
                  </a:lnTo>
                  <a:lnTo>
                    <a:pt x="107961" y="2795168"/>
                  </a:lnTo>
                  <a:lnTo>
                    <a:pt x="97072" y="2840280"/>
                  </a:lnTo>
                  <a:lnTo>
                    <a:pt x="86740" y="2885606"/>
                  </a:lnTo>
                  <a:lnTo>
                    <a:pt x="76966" y="2931142"/>
                  </a:lnTo>
                  <a:lnTo>
                    <a:pt x="67755" y="2976884"/>
                  </a:lnTo>
                  <a:lnTo>
                    <a:pt x="59111" y="3022829"/>
                  </a:lnTo>
                  <a:lnTo>
                    <a:pt x="51038" y="3068973"/>
                  </a:lnTo>
                  <a:lnTo>
                    <a:pt x="43538" y="3115312"/>
                  </a:lnTo>
                  <a:lnTo>
                    <a:pt x="36617" y="3161842"/>
                  </a:lnTo>
                  <a:lnTo>
                    <a:pt x="30278" y="3208559"/>
                  </a:lnTo>
                  <a:lnTo>
                    <a:pt x="24525" y="3255459"/>
                  </a:lnTo>
                  <a:lnTo>
                    <a:pt x="19361" y="3302540"/>
                  </a:lnTo>
                  <a:lnTo>
                    <a:pt x="14790" y="3349796"/>
                  </a:lnTo>
                  <a:lnTo>
                    <a:pt x="10817" y="3397224"/>
                  </a:lnTo>
                  <a:lnTo>
                    <a:pt x="7444" y="3444821"/>
                  </a:lnTo>
                  <a:lnTo>
                    <a:pt x="4677" y="3492583"/>
                  </a:lnTo>
                  <a:lnTo>
                    <a:pt x="2517" y="3540505"/>
                  </a:lnTo>
                  <a:lnTo>
                    <a:pt x="970" y="3588584"/>
                  </a:lnTo>
                  <a:lnTo>
                    <a:pt x="39" y="3636817"/>
                  </a:lnTo>
                  <a:lnTo>
                    <a:pt x="-271" y="3685199"/>
                  </a:lnTo>
                  <a:lnTo>
                    <a:pt x="39" y="3733581"/>
                  </a:lnTo>
                  <a:lnTo>
                    <a:pt x="970" y="3781813"/>
                  </a:lnTo>
                  <a:lnTo>
                    <a:pt x="2517" y="3829892"/>
                  </a:lnTo>
                  <a:lnTo>
                    <a:pt x="4677" y="3877815"/>
                  </a:lnTo>
                  <a:lnTo>
                    <a:pt x="7444" y="3925576"/>
                  </a:lnTo>
                  <a:lnTo>
                    <a:pt x="10817" y="3973173"/>
                  </a:lnTo>
                  <a:lnTo>
                    <a:pt x="14790" y="4020602"/>
                  </a:lnTo>
                  <a:lnTo>
                    <a:pt x="19361" y="4067858"/>
                  </a:lnTo>
                  <a:lnTo>
                    <a:pt x="24525" y="4114938"/>
                  </a:lnTo>
                  <a:lnTo>
                    <a:pt x="30278" y="4161839"/>
                  </a:lnTo>
                  <a:lnTo>
                    <a:pt x="36617" y="4208556"/>
                  </a:lnTo>
                  <a:lnTo>
                    <a:pt x="43538" y="4255086"/>
                  </a:lnTo>
                  <a:lnTo>
                    <a:pt x="51038" y="4301424"/>
                  </a:lnTo>
                  <a:lnTo>
                    <a:pt x="59111" y="4347568"/>
                  </a:lnTo>
                  <a:lnTo>
                    <a:pt x="67755" y="4393513"/>
                  </a:lnTo>
                  <a:lnTo>
                    <a:pt x="76966" y="4439255"/>
                  </a:lnTo>
                  <a:lnTo>
                    <a:pt x="86740" y="4484792"/>
                  </a:lnTo>
                  <a:lnTo>
                    <a:pt x="97072" y="4530118"/>
                  </a:lnTo>
                  <a:lnTo>
                    <a:pt x="107961" y="4575230"/>
                  </a:lnTo>
                  <a:lnTo>
                    <a:pt x="119401" y="4620124"/>
                  </a:lnTo>
                  <a:lnTo>
                    <a:pt x="131388" y="4664797"/>
                  </a:lnTo>
                  <a:lnTo>
                    <a:pt x="143920" y="4709245"/>
                  </a:lnTo>
                  <a:lnTo>
                    <a:pt x="156992" y="4753464"/>
                  </a:lnTo>
                  <a:lnTo>
                    <a:pt x="170600" y="4797450"/>
                  </a:lnTo>
                  <a:lnTo>
                    <a:pt x="184740" y="4841199"/>
                  </a:lnTo>
                  <a:lnTo>
                    <a:pt x="199410" y="4884707"/>
                  </a:lnTo>
                  <a:lnTo>
                    <a:pt x="214605" y="4927972"/>
                  </a:lnTo>
                  <a:lnTo>
                    <a:pt x="230320" y="4970988"/>
                  </a:lnTo>
                  <a:lnTo>
                    <a:pt x="246554" y="5013753"/>
                  </a:lnTo>
                  <a:lnTo>
                    <a:pt x="263301" y="5056262"/>
                  </a:lnTo>
                  <a:lnTo>
                    <a:pt x="280557" y="5098512"/>
                  </a:lnTo>
                  <a:lnTo>
                    <a:pt x="298320" y="5140498"/>
                  </a:lnTo>
                  <a:lnTo>
                    <a:pt x="316585" y="5182218"/>
                  </a:lnTo>
                  <a:lnTo>
                    <a:pt x="335349" y="5223666"/>
                  </a:lnTo>
                  <a:lnTo>
                    <a:pt x="354607" y="5264841"/>
                  </a:lnTo>
                  <a:lnTo>
                    <a:pt x="374356" y="5305736"/>
                  </a:lnTo>
                  <a:lnTo>
                    <a:pt x="394592" y="5346350"/>
                  </a:lnTo>
                  <a:lnTo>
                    <a:pt x="415311" y="5386677"/>
                  </a:lnTo>
                  <a:lnTo>
                    <a:pt x="436510" y="5426715"/>
                  </a:lnTo>
                  <a:lnTo>
                    <a:pt x="458185" y="5466460"/>
                  </a:lnTo>
                  <a:lnTo>
                    <a:pt x="480331" y="5505907"/>
                  </a:lnTo>
                  <a:lnTo>
                    <a:pt x="502946" y="5545053"/>
                  </a:lnTo>
                  <a:lnTo>
                    <a:pt x="526024" y="5583894"/>
                  </a:lnTo>
                  <a:lnTo>
                    <a:pt x="549564" y="5622426"/>
                  </a:lnTo>
                  <a:lnTo>
                    <a:pt x="573560" y="5660646"/>
                  </a:lnTo>
                  <a:lnTo>
                    <a:pt x="598009" y="5698549"/>
                  </a:lnTo>
                  <a:lnTo>
                    <a:pt x="622907" y="5736132"/>
                  </a:lnTo>
                  <a:lnTo>
                    <a:pt x="648250" y="5773392"/>
                  </a:lnTo>
                  <a:lnTo>
                    <a:pt x="674036" y="5810324"/>
                  </a:lnTo>
                  <a:lnTo>
                    <a:pt x="700258" y="5846924"/>
                  </a:lnTo>
                  <a:lnTo>
                    <a:pt x="726915" y="5883189"/>
                  </a:lnTo>
                  <a:lnTo>
                    <a:pt x="754002" y="5919115"/>
                  </a:lnTo>
                  <a:lnTo>
                    <a:pt x="781515" y="5954698"/>
                  </a:lnTo>
                  <a:lnTo>
                    <a:pt x="809451" y="5989935"/>
                  </a:lnTo>
                  <a:lnTo>
                    <a:pt x="837806" y="6024821"/>
                  </a:lnTo>
                  <a:lnTo>
                    <a:pt x="866575" y="6059353"/>
                  </a:lnTo>
                  <a:lnTo>
                    <a:pt x="895756" y="6093527"/>
                  </a:lnTo>
                  <a:lnTo>
                    <a:pt x="925345" y="6127339"/>
                  </a:lnTo>
                  <a:lnTo>
                    <a:pt x="955336" y="6160785"/>
                  </a:lnTo>
                  <a:lnTo>
                    <a:pt x="985728" y="6193863"/>
                  </a:lnTo>
                  <a:lnTo>
                    <a:pt x="1016516" y="6226566"/>
                  </a:lnTo>
                  <a:lnTo>
                    <a:pt x="1047696" y="6258893"/>
                  </a:lnTo>
                  <a:lnTo>
                    <a:pt x="1079264" y="6290840"/>
                  </a:lnTo>
                  <a:lnTo>
                    <a:pt x="1111217" y="6322401"/>
                  </a:lnTo>
                  <a:lnTo>
                    <a:pt x="1143551" y="6353574"/>
                  </a:lnTo>
                  <a:lnTo>
                    <a:pt x="1176262" y="6384355"/>
                  </a:lnTo>
                  <a:lnTo>
                    <a:pt x="1209346" y="6414740"/>
                  </a:lnTo>
                  <a:lnTo>
                    <a:pt x="1242799" y="6444726"/>
                  </a:lnTo>
                  <a:lnTo>
                    <a:pt x="1276619" y="6474308"/>
                  </a:lnTo>
                  <a:lnTo>
                    <a:pt x="1310800" y="6503482"/>
                  </a:lnTo>
                  <a:lnTo>
                    <a:pt x="1345339" y="6532246"/>
                  </a:lnTo>
                  <a:lnTo>
                    <a:pt x="1380233" y="6560594"/>
                  </a:lnTo>
                  <a:lnTo>
                    <a:pt x="1415476" y="6588524"/>
                  </a:lnTo>
                  <a:lnTo>
                    <a:pt x="1451067" y="6616031"/>
                  </a:lnTo>
                  <a:lnTo>
                    <a:pt x="1487001" y="6643112"/>
                  </a:lnTo>
                  <a:lnTo>
                    <a:pt x="1523273" y="6669763"/>
                  </a:lnTo>
                  <a:lnTo>
                    <a:pt x="1559882" y="6695980"/>
                  </a:lnTo>
                  <a:lnTo>
                    <a:pt x="1596821" y="6721760"/>
                  </a:lnTo>
                  <a:lnTo>
                    <a:pt x="1634088" y="6747098"/>
                  </a:lnTo>
                  <a:lnTo>
                    <a:pt x="1671680" y="6771990"/>
                  </a:lnTo>
                  <a:lnTo>
                    <a:pt x="1709591" y="6796434"/>
                  </a:lnTo>
                  <a:lnTo>
                    <a:pt x="1747819" y="6820425"/>
                  </a:lnTo>
                  <a:lnTo>
                    <a:pt x="1786359" y="6843959"/>
                  </a:lnTo>
                  <a:lnTo>
                    <a:pt x="1825208" y="6867033"/>
                  </a:lnTo>
                  <a:lnTo>
                    <a:pt x="1864362" y="6889642"/>
                  </a:lnTo>
                  <a:lnTo>
                    <a:pt x="1903817" y="6911784"/>
                  </a:lnTo>
                  <a:lnTo>
                    <a:pt x="1943570" y="6933454"/>
                  </a:lnTo>
                  <a:lnTo>
                    <a:pt x="1983616" y="6954648"/>
                  </a:lnTo>
                  <a:lnTo>
                    <a:pt x="2023952" y="6975362"/>
                  </a:lnTo>
                  <a:lnTo>
                    <a:pt x="2064573" y="6995594"/>
                  </a:lnTo>
                  <a:lnTo>
                    <a:pt x="2105477" y="7015339"/>
                  </a:lnTo>
                  <a:lnTo>
                    <a:pt x="2146660" y="7034593"/>
                  </a:lnTo>
                  <a:lnTo>
                    <a:pt x="2188117" y="7053352"/>
                  </a:lnTo>
                  <a:lnTo>
                    <a:pt x="2229845" y="7071613"/>
                  </a:lnTo>
                  <a:lnTo>
                    <a:pt x="2271840" y="7089372"/>
                  </a:lnTo>
                  <a:lnTo>
                    <a:pt x="2314098" y="7106624"/>
                  </a:lnTo>
                  <a:lnTo>
                    <a:pt x="2356616" y="7123368"/>
                  </a:lnTo>
                  <a:lnTo>
                    <a:pt x="2399389" y="7139597"/>
                  </a:lnTo>
                  <a:lnTo>
                    <a:pt x="2442414" y="7155309"/>
                  </a:lnTo>
                  <a:lnTo>
                    <a:pt x="2485687" y="7170501"/>
                  </a:lnTo>
                  <a:lnTo>
                    <a:pt x="2529205" y="7185167"/>
                  </a:lnTo>
                  <a:lnTo>
                    <a:pt x="2572963" y="7199304"/>
                  </a:lnTo>
                  <a:lnTo>
                    <a:pt x="2616957" y="7212910"/>
                  </a:lnTo>
                  <a:lnTo>
                    <a:pt x="2661185" y="7225978"/>
                  </a:lnTo>
                  <a:lnTo>
                    <a:pt x="2705641" y="7238507"/>
                  </a:lnTo>
                  <a:lnTo>
                    <a:pt x="2750323" y="7250492"/>
                  </a:lnTo>
                  <a:lnTo>
                    <a:pt x="2795227" y="7261929"/>
                  </a:lnTo>
                  <a:lnTo>
                    <a:pt x="2840348" y="7272815"/>
                  </a:lnTo>
                  <a:lnTo>
                    <a:pt x="2885683" y="7283146"/>
                  </a:lnTo>
                  <a:lnTo>
                    <a:pt x="2931228" y="7292917"/>
                  </a:lnTo>
                  <a:lnTo>
                    <a:pt x="2976979" y="7302126"/>
                  </a:lnTo>
                  <a:lnTo>
                    <a:pt x="3022933" y="7310768"/>
                  </a:lnTo>
                  <a:lnTo>
                    <a:pt x="3069086" y="7318840"/>
                  </a:lnTo>
                  <a:lnTo>
                    <a:pt x="3115433" y="7326337"/>
                  </a:lnTo>
                  <a:lnTo>
                    <a:pt x="3161972" y="7333256"/>
                  </a:lnTo>
                  <a:lnTo>
                    <a:pt x="3208698" y="7339594"/>
                  </a:lnTo>
                  <a:lnTo>
                    <a:pt x="3255608" y="7345346"/>
                  </a:lnTo>
                  <a:lnTo>
                    <a:pt x="3302697" y="7350509"/>
                  </a:lnTo>
                  <a:lnTo>
                    <a:pt x="3349962" y="7355078"/>
                  </a:lnTo>
                  <a:lnTo>
                    <a:pt x="3397400" y="7359051"/>
                  </a:lnTo>
                  <a:lnTo>
                    <a:pt x="3445006" y="7362423"/>
                  </a:lnTo>
                  <a:lnTo>
                    <a:pt x="3492776" y="7365190"/>
                  </a:lnTo>
                  <a:lnTo>
                    <a:pt x="3540708" y="7367349"/>
                  </a:lnTo>
                  <a:lnTo>
                    <a:pt x="3588796" y="7368896"/>
                  </a:lnTo>
                  <a:lnTo>
                    <a:pt x="3637038" y="7369826"/>
                  </a:lnTo>
                  <a:lnTo>
                    <a:pt x="3685429" y="7370138"/>
                  </a:lnTo>
                  <a:lnTo>
                    <a:pt x="3733820" y="7369826"/>
                  </a:lnTo>
                  <a:lnTo>
                    <a:pt x="3782061" y="7368896"/>
                  </a:lnTo>
                  <a:lnTo>
                    <a:pt x="3830149" y="7367349"/>
                  </a:lnTo>
                  <a:lnTo>
                    <a:pt x="3878081" y="7365190"/>
                  </a:lnTo>
                  <a:lnTo>
                    <a:pt x="3925851" y="7362423"/>
                  </a:lnTo>
                  <a:lnTo>
                    <a:pt x="3973457" y="7359051"/>
                  </a:lnTo>
                  <a:lnTo>
                    <a:pt x="4020895" y="7355078"/>
                  </a:lnTo>
                  <a:lnTo>
                    <a:pt x="4068160" y="7350509"/>
                  </a:lnTo>
                  <a:lnTo>
                    <a:pt x="4115250" y="7345346"/>
                  </a:lnTo>
                  <a:lnTo>
                    <a:pt x="4162159" y="7339594"/>
                  </a:lnTo>
                  <a:lnTo>
                    <a:pt x="4208885" y="7333256"/>
                  </a:lnTo>
                  <a:lnTo>
                    <a:pt x="4255424" y="7326337"/>
                  </a:lnTo>
                  <a:lnTo>
                    <a:pt x="4301772" y="7318840"/>
                  </a:lnTo>
                  <a:lnTo>
                    <a:pt x="4347924" y="7310768"/>
                  </a:lnTo>
                  <a:lnTo>
                    <a:pt x="4393878" y="7302126"/>
                  </a:lnTo>
                  <a:lnTo>
                    <a:pt x="4439630" y="7292917"/>
                  </a:lnTo>
                  <a:lnTo>
                    <a:pt x="4485175" y="7283146"/>
                  </a:lnTo>
                  <a:lnTo>
                    <a:pt x="4530510" y="7272815"/>
                  </a:lnTo>
                  <a:lnTo>
                    <a:pt x="4575631" y="7261929"/>
                  </a:lnTo>
                  <a:lnTo>
                    <a:pt x="4620534" y="7250492"/>
                  </a:lnTo>
                  <a:lnTo>
                    <a:pt x="4665216" y="7238507"/>
                  </a:lnTo>
                  <a:lnTo>
                    <a:pt x="4709672" y="7225978"/>
                  </a:lnTo>
                  <a:lnTo>
                    <a:pt x="4753900" y="7212910"/>
                  </a:lnTo>
                  <a:lnTo>
                    <a:pt x="4797895" y="7199304"/>
                  </a:lnTo>
                  <a:lnTo>
                    <a:pt x="4841652" y="7185167"/>
                  </a:lnTo>
                  <a:lnTo>
                    <a:pt x="4885170" y="7170501"/>
                  </a:lnTo>
                  <a:lnTo>
                    <a:pt x="4928443" y="7155309"/>
                  </a:lnTo>
                  <a:lnTo>
                    <a:pt x="4971468" y="7139597"/>
                  </a:lnTo>
                  <a:lnTo>
                    <a:pt x="5014241" y="7123368"/>
                  </a:lnTo>
                  <a:lnTo>
                    <a:pt x="5056759" y="7106624"/>
                  </a:lnTo>
                  <a:lnTo>
                    <a:pt x="5099017" y="7089372"/>
                  </a:lnTo>
                  <a:lnTo>
                    <a:pt x="5141012" y="7071613"/>
                  </a:lnTo>
                  <a:lnTo>
                    <a:pt x="5182740" y="7053352"/>
                  </a:lnTo>
                  <a:lnTo>
                    <a:pt x="5224197" y="7034593"/>
                  </a:lnTo>
                  <a:lnTo>
                    <a:pt x="5265380" y="7015339"/>
                  </a:lnTo>
                  <a:lnTo>
                    <a:pt x="5306284" y="6995594"/>
                  </a:lnTo>
                  <a:lnTo>
                    <a:pt x="5346906" y="6975362"/>
                  </a:lnTo>
                  <a:lnTo>
                    <a:pt x="5387242" y="6954648"/>
                  </a:lnTo>
                  <a:lnTo>
                    <a:pt x="5427288" y="6933454"/>
                  </a:lnTo>
                  <a:lnTo>
                    <a:pt x="5467040" y="6911784"/>
                  </a:lnTo>
                  <a:lnTo>
                    <a:pt x="5506495" y="6889642"/>
                  </a:lnTo>
                  <a:lnTo>
                    <a:pt x="5545649" y="6867033"/>
                  </a:lnTo>
                  <a:lnTo>
                    <a:pt x="5584498" y="6843959"/>
                  </a:lnTo>
                  <a:lnTo>
                    <a:pt x="5623039" y="6820425"/>
                  </a:lnTo>
                  <a:lnTo>
                    <a:pt x="5661266" y="6796434"/>
                  </a:lnTo>
                  <a:lnTo>
                    <a:pt x="5699178" y="6771990"/>
                  </a:lnTo>
                  <a:lnTo>
                    <a:pt x="5736769" y="6747098"/>
                  </a:lnTo>
                  <a:lnTo>
                    <a:pt x="5774036" y="6721760"/>
                  </a:lnTo>
                  <a:lnTo>
                    <a:pt x="5810976" y="6695980"/>
                  </a:lnTo>
                  <a:lnTo>
                    <a:pt x="5847584" y="6669763"/>
                  </a:lnTo>
                  <a:lnTo>
                    <a:pt x="5883856" y="6643112"/>
                  </a:lnTo>
                  <a:lnTo>
                    <a:pt x="5919790" y="6616031"/>
                  </a:lnTo>
                  <a:lnTo>
                    <a:pt x="5955381" y="6588524"/>
                  </a:lnTo>
                  <a:lnTo>
                    <a:pt x="5990625" y="6560594"/>
                  </a:lnTo>
                  <a:lnTo>
                    <a:pt x="6025518" y="6532246"/>
                  </a:lnTo>
                  <a:lnTo>
                    <a:pt x="6060057" y="6503482"/>
                  </a:lnTo>
                  <a:lnTo>
                    <a:pt x="6094239" y="6474308"/>
                  </a:lnTo>
                  <a:lnTo>
                    <a:pt x="6128058" y="6444726"/>
                  </a:lnTo>
                  <a:lnTo>
                    <a:pt x="6161511" y="6414740"/>
                  </a:lnTo>
                  <a:lnTo>
                    <a:pt x="6194596" y="6384355"/>
                  </a:lnTo>
                  <a:lnTo>
                    <a:pt x="6227306" y="6353574"/>
                  </a:lnTo>
                  <a:lnTo>
                    <a:pt x="6259640" y="6322401"/>
                  </a:lnTo>
                  <a:lnTo>
                    <a:pt x="6291593" y="6290840"/>
                  </a:lnTo>
                  <a:lnTo>
                    <a:pt x="6323162" y="6258893"/>
                  </a:lnTo>
                  <a:lnTo>
                    <a:pt x="6354342" y="6226566"/>
                  </a:lnTo>
                  <a:lnTo>
                    <a:pt x="6385129" y="6193863"/>
                  </a:lnTo>
                  <a:lnTo>
                    <a:pt x="6415521" y="6160785"/>
                  </a:lnTo>
                  <a:lnTo>
                    <a:pt x="6445513" y="6127339"/>
                  </a:lnTo>
                  <a:lnTo>
                    <a:pt x="6475101" y="6093527"/>
                  </a:lnTo>
                  <a:lnTo>
                    <a:pt x="6504282" y="6059353"/>
                  </a:lnTo>
                  <a:lnTo>
                    <a:pt x="6533051" y="6024821"/>
                  </a:lnTo>
                  <a:lnTo>
                    <a:pt x="6561406" y="5989935"/>
                  </a:lnTo>
                  <a:lnTo>
                    <a:pt x="6589342" y="5954698"/>
                  </a:lnTo>
                  <a:lnTo>
                    <a:pt x="6616855" y="5919115"/>
                  </a:lnTo>
                  <a:lnTo>
                    <a:pt x="6643942" y="5883189"/>
                  </a:lnTo>
                  <a:lnTo>
                    <a:pt x="6670599" y="5846924"/>
                  </a:lnTo>
                  <a:lnTo>
                    <a:pt x="6696822" y="5810324"/>
                  </a:lnTo>
                  <a:lnTo>
                    <a:pt x="6722607" y="5773392"/>
                  </a:lnTo>
                  <a:lnTo>
                    <a:pt x="6747950" y="5736132"/>
                  </a:lnTo>
                  <a:lnTo>
                    <a:pt x="6772848" y="5698549"/>
                  </a:lnTo>
                  <a:lnTo>
                    <a:pt x="6797297" y="5660646"/>
                  </a:lnTo>
                  <a:lnTo>
                    <a:pt x="6821294" y="5622426"/>
                  </a:lnTo>
                  <a:lnTo>
                    <a:pt x="6844833" y="5583894"/>
                  </a:lnTo>
                  <a:lnTo>
                    <a:pt x="6867912" y="5545053"/>
                  </a:lnTo>
                  <a:lnTo>
                    <a:pt x="6890526" y="5505907"/>
                  </a:lnTo>
                  <a:lnTo>
                    <a:pt x="6912673" y="5466460"/>
                  </a:lnTo>
                  <a:lnTo>
                    <a:pt x="6934347" y="5426715"/>
                  </a:lnTo>
                  <a:lnTo>
                    <a:pt x="6955546" y="5386677"/>
                  </a:lnTo>
                  <a:lnTo>
                    <a:pt x="6976265" y="5346350"/>
                  </a:lnTo>
                  <a:lnTo>
                    <a:pt x="6996502" y="5305736"/>
                  </a:lnTo>
                  <a:lnTo>
                    <a:pt x="7016251" y="5264841"/>
                  </a:lnTo>
                  <a:lnTo>
                    <a:pt x="7035509" y="5223666"/>
                  </a:lnTo>
                  <a:lnTo>
                    <a:pt x="7054272" y="5182218"/>
                  </a:lnTo>
                  <a:lnTo>
                    <a:pt x="7072537" y="5140498"/>
                  </a:lnTo>
                  <a:lnTo>
                    <a:pt x="7090300" y="5098512"/>
                  </a:lnTo>
                  <a:lnTo>
                    <a:pt x="7107557" y="5056262"/>
                  </a:lnTo>
                  <a:lnTo>
                    <a:pt x="7124304" y="5013753"/>
                  </a:lnTo>
                  <a:lnTo>
                    <a:pt x="7140537" y="4970988"/>
                  </a:lnTo>
                  <a:lnTo>
                    <a:pt x="7156253" y="4927972"/>
                  </a:lnTo>
                  <a:lnTo>
                    <a:pt x="7171447" y="4884707"/>
                  </a:lnTo>
                  <a:lnTo>
                    <a:pt x="7186117" y="4841199"/>
                  </a:lnTo>
                  <a:lnTo>
                    <a:pt x="7200258" y="4797450"/>
                  </a:lnTo>
                  <a:lnTo>
                    <a:pt x="7213866" y="4753464"/>
                  </a:lnTo>
                  <a:lnTo>
                    <a:pt x="7226937" y="4709245"/>
                  </a:lnTo>
                  <a:lnTo>
                    <a:pt x="7239469" y="4664797"/>
                  </a:lnTo>
                  <a:lnTo>
                    <a:pt x="7251457" y="4620124"/>
                  </a:lnTo>
                  <a:lnTo>
                    <a:pt x="7262897" y="4575230"/>
                  </a:lnTo>
                  <a:lnTo>
                    <a:pt x="7273785" y="4530118"/>
                  </a:lnTo>
                  <a:lnTo>
                    <a:pt x="7284118" y="4484792"/>
                  </a:lnTo>
                  <a:lnTo>
                    <a:pt x="7293891" y="4439255"/>
                  </a:lnTo>
                  <a:lnTo>
                    <a:pt x="7303102" y="4393513"/>
                  </a:lnTo>
                  <a:lnTo>
                    <a:pt x="7311746" y="4347568"/>
                  </a:lnTo>
                  <a:lnTo>
                    <a:pt x="7319820" y="4301424"/>
                  </a:lnTo>
                  <a:lnTo>
                    <a:pt x="7327319" y="4255086"/>
                  </a:lnTo>
                  <a:lnTo>
                    <a:pt x="7334240" y="4208556"/>
                  </a:lnTo>
                  <a:lnTo>
                    <a:pt x="7340579" y="4161839"/>
                  </a:lnTo>
                  <a:lnTo>
                    <a:pt x="7346332" y="4114938"/>
                  </a:lnTo>
                  <a:lnTo>
                    <a:pt x="7351496" y="4067858"/>
                  </a:lnTo>
                  <a:lnTo>
                    <a:pt x="7356067" y="4020602"/>
                  </a:lnTo>
                  <a:lnTo>
                    <a:pt x="7360040" y="3973173"/>
                  </a:lnTo>
                  <a:lnTo>
                    <a:pt x="7363413" y="3925576"/>
                  </a:lnTo>
                  <a:lnTo>
                    <a:pt x="7366181" y="3877815"/>
                  </a:lnTo>
                  <a:lnTo>
                    <a:pt x="7368340" y="3829892"/>
                  </a:lnTo>
                  <a:lnTo>
                    <a:pt x="7369887" y="3781813"/>
                  </a:lnTo>
                  <a:lnTo>
                    <a:pt x="7370818" y="3733581"/>
                  </a:lnTo>
                  <a:lnTo>
                    <a:pt x="7371129" y="3685199"/>
                  </a:lnTo>
                  <a:lnTo>
                    <a:pt x="7370818" y="3636817"/>
                  </a:lnTo>
                  <a:lnTo>
                    <a:pt x="7369887" y="3588584"/>
                  </a:lnTo>
                  <a:lnTo>
                    <a:pt x="7368340" y="3540505"/>
                  </a:lnTo>
                  <a:lnTo>
                    <a:pt x="7366181" y="3492583"/>
                  </a:lnTo>
                  <a:lnTo>
                    <a:pt x="7363413" y="3444821"/>
                  </a:lnTo>
                  <a:lnTo>
                    <a:pt x="7360040" y="3397224"/>
                  </a:lnTo>
                  <a:lnTo>
                    <a:pt x="7356067" y="3349796"/>
                  </a:lnTo>
                  <a:lnTo>
                    <a:pt x="7351496" y="3302540"/>
                  </a:lnTo>
                  <a:lnTo>
                    <a:pt x="7346332" y="3255459"/>
                  </a:lnTo>
                  <a:lnTo>
                    <a:pt x="7340579" y="3208559"/>
                  </a:lnTo>
                  <a:lnTo>
                    <a:pt x="7334240" y="3161842"/>
                  </a:lnTo>
                  <a:lnTo>
                    <a:pt x="7327319" y="3115312"/>
                  </a:lnTo>
                  <a:lnTo>
                    <a:pt x="7319820" y="3068973"/>
                  </a:lnTo>
                  <a:lnTo>
                    <a:pt x="7311746" y="3022829"/>
                  </a:lnTo>
                  <a:lnTo>
                    <a:pt x="7303102" y="2976884"/>
                  </a:lnTo>
                  <a:lnTo>
                    <a:pt x="7293891" y="2931142"/>
                  </a:lnTo>
                  <a:lnTo>
                    <a:pt x="7284118" y="2885606"/>
                  </a:lnTo>
                  <a:lnTo>
                    <a:pt x="7273785" y="2840280"/>
                  </a:lnTo>
                  <a:lnTo>
                    <a:pt x="7262897" y="2795168"/>
                  </a:lnTo>
                  <a:lnTo>
                    <a:pt x="7251457" y="2750273"/>
                  </a:lnTo>
                  <a:lnTo>
                    <a:pt x="7239469" y="2705600"/>
                  </a:lnTo>
                  <a:lnTo>
                    <a:pt x="7226937" y="2661152"/>
                  </a:lnTo>
                  <a:lnTo>
                    <a:pt x="7213866" y="2616934"/>
                  </a:lnTo>
                  <a:lnTo>
                    <a:pt x="7200258" y="2572948"/>
                  </a:lnTo>
                  <a:lnTo>
                    <a:pt x="7186117" y="2529199"/>
                  </a:lnTo>
                  <a:lnTo>
                    <a:pt x="7171447" y="2485690"/>
                  </a:lnTo>
                  <a:lnTo>
                    <a:pt x="7156253" y="2442425"/>
                  </a:lnTo>
                  <a:lnTo>
                    <a:pt x="7140537" y="2399409"/>
                  </a:lnTo>
                  <a:lnTo>
                    <a:pt x="7124304" y="2356644"/>
                  </a:lnTo>
                  <a:lnTo>
                    <a:pt x="7107557" y="2314135"/>
                  </a:lnTo>
                  <a:lnTo>
                    <a:pt x="7090300" y="2271886"/>
                  </a:lnTo>
                  <a:lnTo>
                    <a:pt x="7072537" y="2229899"/>
                  </a:lnTo>
                  <a:lnTo>
                    <a:pt x="7054272" y="2188180"/>
                  </a:lnTo>
                  <a:lnTo>
                    <a:pt x="7035509" y="2146731"/>
                  </a:lnTo>
                  <a:lnTo>
                    <a:pt x="7016251" y="2105557"/>
                  </a:lnTo>
                  <a:lnTo>
                    <a:pt x="6996502" y="2064661"/>
                  </a:lnTo>
                  <a:lnTo>
                    <a:pt x="6976265" y="2024048"/>
                  </a:lnTo>
                  <a:lnTo>
                    <a:pt x="6955546" y="1983720"/>
                  </a:lnTo>
                  <a:lnTo>
                    <a:pt x="6934347" y="1943682"/>
                  </a:lnTo>
                  <a:lnTo>
                    <a:pt x="6912673" y="1903938"/>
                  </a:lnTo>
                  <a:lnTo>
                    <a:pt x="6890526" y="1864491"/>
                  </a:lnTo>
                  <a:lnTo>
                    <a:pt x="6867912" y="1825345"/>
                  </a:lnTo>
                  <a:lnTo>
                    <a:pt x="6844833" y="1786504"/>
                  </a:lnTo>
                  <a:lnTo>
                    <a:pt x="6821294" y="1747972"/>
                  </a:lnTo>
                  <a:lnTo>
                    <a:pt x="6797297" y="1709752"/>
                  </a:lnTo>
                  <a:lnTo>
                    <a:pt x="6772848" y="1671848"/>
                  </a:lnTo>
                  <a:lnTo>
                    <a:pt x="6747950" y="1634265"/>
                  </a:lnTo>
                  <a:lnTo>
                    <a:pt x="6722607" y="1597006"/>
                  </a:lnTo>
                  <a:lnTo>
                    <a:pt x="6696822" y="1560074"/>
                  </a:lnTo>
                  <a:lnTo>
                    <a:pt x="6670599" y="1523473"/>
                  </a:lnTo>
                  <a:lnTo>
                    <a:pt x="6643942" y="1487208"/>
                  </a:lnTo>
                  <a:lnTo>
                    <a:pt x="6616855" y="1451282"/>
                  </a:lnTo>
                  <a:lnTo>
                    <a:pt x="6589342" y="1415699"/>
                  </a:lnTo>
                  <a:lnTo>
                    <a:pt x="6561406" y="1380462"/>
                  </a:lnTo>
                  <a:lnTo>
                    <a:pt x="6533051" y="1345576"/>
                  </a:lnTo>
                  <a:lnTo>
                    <a:pt x="6504282" y="1311044"/>
                  </a:lnTo>
                  <a:lnTo>
                    <a:pt x="6475101" y="1276871"/>
                  </a:lnTo>
                  <a:lnTo>
                    <a:pt x="6445513" y="1243058"/>
                  </a:lnTo>
                  <a:lnTo>
                    <a:pt x="6415521" y="1209612"/>
                  </a:lnTo>
                  <a:lnTo>
                    <a:pt x="6385129" y="1176535"/>
                  </a:lnTo>
                  <a:lnTo>
                    <a:pt x="6354342" y="1143831"/>
                  </a:lnTo>
                  <a:lnTo>
                    <a:pt x="6323162" y="1111504"/>
                  </a:lnTo>
                  <a:lnTo>
                    <a:pt x="6291593" y="1079558"/>
                  </a:lnTo>
                  <a:lnTo>
                    <a:pt x="6259640" y="1047996"/>
                  </a:lnTo>
                  <a:lnTo>
                    <a:pt x="6227306" y="1016823"/>
                  </a:lnTo>
                  <a:lnTo>
                    <a:pt x="6194596" y="986042"/>
                  </a:lnTo>
                  <a:lnTo>
                    <a:pt x="6161511" y="955657"/>
                  </a:lnTo>
                  <a:lnTo>
                    <a:pt x="6128058" y="925672"/>
                  </a:lnTo>
                  <a:lnTo>
                    <a:pt x="6094239" y="896090"/>
                  </a:lnTo>
                  <a:lnTo>
                    <a:pt x="6060057" y="866915"/>
                  </a:lnTo>
                  <a:lnTo>
                    <a:pt x="6025518" y="838152"/>
                  </a:lnTo>
                  <a:lnTo>
                    <a:pt x="5990625" y="809803"/>
                  </a:lnTo>
                  <a:lnTo>
                    <a:pt x="5955381" y="781874"/>
                  </a:lnTo>
                  <a:lnTo>
                    <a:pt x="5919790" y="754366"/>
                  </a:lnTo>
                  <a:lnTo>
                    <a:pt x="5883856" y="727285"/>
                  </a:lnTo>
                  <a:lnTo>
                    <a:pt x="5847584" y="700634"/>
                  </a:lnTo>
                  <a:lnTo>
                    <a:pt x="5810976" y="674417"/>
                  </a:lnTo>
                  <a:lnTo>
                    <a:pt x="5774036" y="648638"/>
                  </a:lnTo>
                  <a:lnTo>
                    <a:pt x="5736769" y="623300"/>
                  </a:lnTo>
                  <a:lnTo>
                    <a:pt x="5699178" y="598407"/>
                  </a:lnTo>
                  <a:lnTo>
                    <a:pt x="5661266" y="573963"/>
                  </a:lnTo>
                  <a:lnTo>
                    <a:pt x="5623039" y="549973"/>
                  </a:lnTo>
                  <a:lnTo>
                    <a:pt x="5584498" y="526438"/>
                  </a:lnTo>
                  <a:lnTo>
                    <a:pt x="5545649" y="503365"/>
                  </a:lnTo>
                  <a:lnTo>
                    <a:pt x="5506495" y="480755"/>
                  </a:lnTo>
                  <a:lnTo>
                    <a:pt x="5467040" y="458614"/>
                  </a:lnTo>
                  <a:lnTo>
                    <a:pt x="5427288" y="436944"/>
                  </a:lnTo>
                  <a:lnTo>
                    <a:pt x="5387242" y="415750"/>
                  </a:lnTo>
                  <a:lnTo>
                    <a:pt x="5346906" y="395035"/>
                  </a:lnTo>
                  <a:lnTo>
                    <a:pt x="5306284" y="374803"/>
                  </a:lnTo>
                  <a:lnTo>
                    <a:pt x="5265380" y="355059"/>
                  </a:lnTo>
                  <a:lnTo>
                    <a:pt x="5224197" y="335805"/>
                  </a:lnTo>
                  <a:lnTo>
                    <a:pt x="5182740" y="317046"/>
                  </a:lnTo>
                  <a:lnTo>
                    <a:pt x="5141012" y="298785"/>
                  </a:lnTo>
                  <a:lnTo>
                    <a:pt x="5099017" y="281026"/>
                  </a:lnTo>
                  <a:lnTo>
                    <a:pt x="5056759" y="263773"/>
                  </a:lnTo>
                  <a:lnTo>
                    <a:pt x="5014241" y="247030"/>
                  </a:lnTo>
                  <a:lnTo>
                    <a:pt x="4971468" y="230800"/>
                  </a:lnTo>
                  <a:lnTo>
                    <a:pt x="4928443" y="215088"/>
                  </a:lnTo>
                  <a:lnTo>
                    <a:pt x="4885170" y="199897"/>
                  </a:lnTo>
                  <a:lnTo>
                    <a:pt x="4841652" y="185231"/>
                  </a:lnTo>
                  <a:lnTo>
                    <a:pt x="4797895" y="171093"/>
                  </a:lnTo>
                  <a:lnTo>
                    <a:pt x="4753900" y="157488"/>
                  </a:lnTo>
                  <a:lnTo>
                    <a:pt x="4709672" y="144419"/>
                  </a:lnTo>
                  <a:lnTo>
                    <a:pt x="4665216" y="131890"/>
                  </a:lnTo>
                  <a:lnTo>
                    <a:pt x="4620534" y="119905"/>
                  </a:lnTo>
                  <a:lnTo>
                    <a:pt x="4575631" y="108468"/>
                  </a:lnTo>
                  <a:lnTo>
                    <a:pt x="4530510" y="97582"/>
                  </a:lnTo>
                  <a:lnTo>
                    <a:pt x="4485175" y="87252"/>
                  </a:lnTo>
                  <a:lnTo>
                    <a:pt x="4439630" y="77480"/>
                  </a:lnTo>
                  <a:lnTo>
                    <a:pt x="4393878" y="68272"/>
                  </a:lnTo>
                  <a:lnTo>
                    <a:pt x="4347924" y="59630"/>
                  </a:lnTo>
                  <a:lnTo>
                    <a:pt x="4301772" y="51558"/>
                  </a:lnTo>
                  <a:lnTo>
                    <a:pt x="4255424" y="44060"/>
                  </a:lnTo>
                  <a:lnTo>
                    <a:pt x="4208885" y="37141"/>
                  </a:lnTo>
                  <a:lnTo>
                    <a:pt x="4162159" y="30803"/>
                  </a:lnTo>
                  <a:lnTo>
                    <a:pt x="4115250" y="25051"/>
                  </a:lnTo>
                  <a:lnTo>
                    <a:pt x="4068160" y="19889"/>
                  </a:lnTo>
                  <a:lnTo>
                    <a:pt x="4020895" y="15319"/>
                  </a:lnTo>
                  <a:lnTo>
                    <a:pt x="3973457" y="11347"/>
                  </a:lnTo>
                  <a:lnTo>
                    <a:pt x="3925851" y="7975"/>
                  </a:lnTo>
                  <a:lnTo>
                    <a:pt x="3878081" y="5208"/>
                  </a:lnTo>
                  <a:lnTo>
                    <a:pt x="3830149" y="3049"/>
                  </a:lnTo>
                  <a:lnTo>
                    <a:pt x="3782061" y="1502"/>
                  </a:lnTo>
                  <a:lnTo>
                    <a:pt x="3733820" y="571"/>
                  </a:lnTo>
                  <a:lnTo>
                    <a:pt x="3685429" y="260"/>
                  </a:lnTo>
                  <a:close/>
                </a:path>
              </a:pathLst>
            </a:custGeom>
            <a:ln w="128584">
              <a:solidFill>
                <a:srgbClr val="53E6B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38883" y="9902666"/>
              <a:ext cx="1602105" cy="405765"/>
            </a:xfrm>
            <a:custGeom>
              <a:avLst/>
              <a:gdLst/>
              <a:ahLst/>
              <a:cxnLst/>
              <a:rect l="l" t="t" r="r" b="b"/>
              <a:pathLst>
                <a:path w="1602104" h="405765">
                  <a:moveTo>
                    <a:pt x="1398571" y="35"/>
                  </a:moveTo>
                  <a:lnTo>
                    <a:pt x="203023" y="35"/>
                  </a:lnTo>
                  <a:lnTo>
                    <a:pt x="156466" y="5391"/>
                  </a:lnTo>
                  <a:lnTo>
                    <a:pt x="113725" y="20646"/>
                  </a:lnTo>
                  <a:lnTo>
                    <a:pt x="76020" y="44581"/>
                  </a:lnTo>
                  <a:lnTo>
                    <a:pt x="44571" y="75975"/>
                  </a:lnTo>
                  <a:lnTo>
                    <a:pt x="20598" y="113610"/>
                  </a:lnTo>
                  <a:lnTo>
                    <a:pt x="5319" y="156266"/>
                  </a:lnTo>
                  <a:lnTo>
                    <a:pt x="-43" y="202722"/>
                  </a:lnTo>
                  <a:lnTo>
                    <a:pt x="5319" y="249194"/>
                  </a:lnTo>
                  <a:lnTo>
                    <a:pt x="20598" y="291856"/>
                  </a:lnTo>
                  <a:lnTo>
                    <a:pt x="44571" y="329490"/>
                  </a:lnTo>
                  <a:lnTo>
                    <a:pt x="76020" y="360879"/>
                  </a:lnTo>
                  <a:lnTo>
                    <a:pt x="113725" y="384806"/>
                  </a:lnTo>
                  <a:lnTo>
                    <a:pt x="156466" y="400055"/>
                  </a:lnTo>
                  <a:lnTo>
                    <a:pt x="203023" y="405409"/>
                  </a:lnTo>
                  <a:lnTo>
                    <a:pt x="1398571" y="405409"/>
                  </a:lnTo>
                  <a:lnTo>
                    <a:pt x="1445129" y="400055"/>
                  </a:lnTo>
                  <a:lnTo>
                    <a:pt x="1487870" y="384806"/>
                  </a:lnTo>
                  <a:lnTo>
                    <a:pt x="1525574" y="360879"/>
                  </a:lnTo>
                  <a:lnTo>
                    <a:pt x="1557023" y="329490"/>
                  </a:lnTo>
                  <a:lnTo>
                    <a:pt x="1580997" y="291856"/>
                  </a:lnTo>
                  <a:lnTo>
                    <a:pt x="1596275" y="249194"/>
                  </a:lnTo>
                  <a:lnTo>
                    <a:pt x="1601639" y="202722"/>
                  </a:lnTo>
                  <a:lnTo>
                    <a:pt x="1596275" y="156266"/>
                  </a:lnTo>
                  <a:lnTo>
                    <a:pt x="1580997" y="113610"/>
                  </a:lnTo>
                  <a:lnTo>
                    <a:pt x="1557023" y="75975"/>
                  </a:lnTo>
                  <a:lnTo>
                    <a:pt x="1525574" y="44581"/>
                  </a:lnTo>
                  <a:lnTo>
                    <a:pt x="1487870" y="20646"/>
                  </a:lnTo>
                  <a:lnTo>
                    <a:pt x="1445129" y="5391"/>
                  </a:lnTo>
                  <a:lnTo>
                    <a:pt x="1398571" y="35"/>
                  </a:lnTo>
                  <a:close/>
                </a:path>
              </a:pathLst>
            </a:custGeom>
            <a:solidFill>
              <a:srgbClr val="0013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987039" y="9972770"/>
              <a:ext cx="262255" cy="264160"/>
            </a:xfrm>
            <a:custGeom>
              <a:avLst/>
              <a:gdLst/>
              <a:ahLst/>
              <a:cxnLst/>
              <a:rect l="l" t="t" r="r" b="b"/>
              <a:pathLst>
                <a:path w="262255" h="264159">
                  <a:moveTo>
                    <a:pt x="130985" y="33"/>
                  </a:moveTo>
                  <a:lnTo>
                    <a:pt x="79968" y="10397"/>
                  </a:lnTo>
                  <a:lnTo>
                    <a:pt x="38309" y="38656"/>
                  </a:lnTo>
                  <a:lnTo>
                    <a:pt x="10223" y="80559"/>
                  </a:lnTo>
                  <a:lnTo>
                    <a:pt x="-75" y="131856"/>
                  </a:lnTo>
                  <a:lnTo>
                    <a:pt x="10223" y="183169"/>
                  </a:lnTo>
                  <a:lnTo>
                    <a:pt x="38309" y="225070"/>
                  </a:lnTo>
                  <a:lnTo>
                    <a:pt x="79968" y="253320"/>
                  </a:lnTo>
                  <a:lnTo>
                    <a:pt x="130985" y="263679"/>
                  </a:lnTo>
                  <a:lnTo>
                    <a:pt x="182002" y="253320"/>
                  </a:lnTo>
                  <a:lnTo>
                    <a:pt x="223661" y="225070"/>
                  </a:lnTo>
                  <a:lnTo>
                    <a:pt x="251747" y="183169"/>
                  </a:lnTo>
                  <a:lnTo>
                    <a:pt x="262045" y="131856"/>
                  </a:lnTo>
                  <a:lnTo>
                    <a:pt x="251747" y="80559"/>
                  </a:lnTo>
                  <a:lnTo>
                    <a:pt x="223661" y="38656"/>
                  </a:lnTo>
                  <a:lnTo>
                    <a:pt x="182002" y="10397"/>
                  </a:lnTo>
                  <a:lnTo>
                    <a:pt x="130985" y="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3410" y="10035317"/>
              <a:ext cx="149254" cy="13858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582998" y="1910530"/>
              <a:ext cx="1557655" cy="366395"/>
            </a:xfrm>
            <a:custGeom>
              <a:avLst/>
              <a:gdLst/>
              <a:ahLst/>
              <a:cxnLst/>
              <a:rect l="l" t="t" r="r" b="b"/>
              <a:pathLst>
                <a:path w="1557655" h="366394">
                  <a:moveTo>
                    <a:pt x="250812" y="0"/>
                  </a:moveTo>
                  <a:lnTo>
                    <a:pt x="0" y="189255"/>
                  </a:lnTo>
                  <a:lnTo>
                    <a:pt x="234149" y="366039"/>
                  </a:lnTo>
                  <a:lnTo>
                    <a:pt x="250812" y="366039"/>
                  </a:lnTo>
                  <a:lnTo>
                    <a:pt x="250812" y="0"/>
                  </a:lnTo>
                  <a:close/>
                </a:path>
                <a:path w="1557655" h="366394">
                  <a:moveTo>
                    <a:pt x="577418" y="0"/>
                  </a:moveTo>
                  <a:lnTo>
                    <a:pt x="326593" y="189255"/>
                  </a:lnTo>
                  <a:lnTo>
                    <a:pt x="560755" y="366039"/>
                  </a:lnTo>
                  <a:lnTo>
                    <a:pt x="577418" y="366039"/>
                  </a:lnTo>
                  <a:lnTo>
                    <a:pt x="577418" y="0"/>
                  </a:lnTo>
                  <a:close/>
                </a:path>
                <a:path w="1557655" h="366394">
                  <a:moveTo>
                    <a:pt x="903998" y="0"/>
                  </a:moveTo>
                  <a:lnTo>
                    <a:pt x="653199" y="189255"/>
                  </a:lnTo>
                  <a:lnTo>
                    <a:pt x="887336" y="366039"/>
                  </a:lnTo>
                  <a:lnTo>
                    <a:pt x="903998" y="366039"/>
                  </a:lnTo>
                  <a:lnTo>
                    <a:pt x="903998" y="0"/>
                  </a:lnTo>
                  <a:close/>
                </a:path>
                <a:path w="1557655" h="366394">
                  <a:moveTo>
                    <a:pt x="1230630" y="0"/>
                  </a:moveTo>
                  <a:lnTo>
                    <a:pt x="979792" y="189255"/>
                  </a:lnTo>
                  <a:lnTo>
                    <a:pt x="1213967" y="366039"/>
                  </a:lnTo>
                  <a:lnTo>
                    <a:pt x="1230630" y="366039"/>
                  </a:lnTo>
                  <a:lnTo>
                    <a:pt x="1230630" y="0"/>
                  </a:lnTo>
                  <a:close/>
                </a:path>
                <a:path w="1557655" h="366394">
                  <a:moveTo>
                    <a:pt x="1557172" y="0"/>
                  </a:moveTo>
                  <a:lnTo>
                    <a:pt x="1306423" y="189255"/>
                  </a:lnTo>
                  <a:lnTo>
                    <a:pt x="1540510" y="366039"/>
                  </a:lnTo>
                  <a:lnTo>
                    <a:pt x="1557172" y="366039"/>
                  </a:lnTo>
                  <a:lnTo>
                    <a:pt x="15571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265622" y="5301938"/>
            <a:ext cx="473075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100">
                <a:solidFill>
                  <a:srgbClr val="FFFFFF"/>
                </a:solidFill>
                <a:latin typeface="Calibri"/>
                <a:cs typeface="Calibri"/>
              </a:rPr>
              <a:t>“</a:t>
            </a:r>
            <a:r>
              <a:rPr dirty="0" sz="3000" spc="-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000" spc="-25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3000" spc="-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000" spc="10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3000" spc="-2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dirty="0" sz="3000" spc="-229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000" spc="-35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3000" spc="-2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000" spc="-45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dirty="0" sz="3000" spc="-2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000" spc="50">
                <a:solidFill>
                  <a:srgbClr val="FFFFFF"/>
                </a:solidFill>
                <a:latin typeface="Calibri"/>
                <a:cs typeface="Calibri"/>
              </a:rPr>
              <a:t>”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83997" y="9943644"/>
            <a:ext cx="678180" cy="2762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50" spc="75" b="1">
                <a:solidFill>
                  <a:srgbClr val="FFFFFF"/>
                </a:solidFill>
                <a:latin typeface="Calibri"/>
                <a:cs typeface="Calibri"/>
              </a:rPr>
              <a:t>Zensar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1700485" y="2992551"/>
            <a:ext cx="6932295" cy="1529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ts val="8675"/>
              </a:lnSpc>
              <a:spcBef>
                <a:spcPts val="105"/>
              </a:spcBef>
            </a:pPr>
            <a:r>
              <a:rPr dirty="0" sz="7300" spc="695"/>
              <a:t>CODE</a:t>
            </a:r>
            <a:r>
              <a:rPr dirty="0" sz="7300" spc="-165"/>
              <a:t> </a:t>
            </a:r>
            <a:r>
              <a:rPr dirty="0" sz="7300" spc="630"/>
              <a:t>LENS</a:t>
            </a:r>
            <a:r>
              <a:rPr dirty="0" sz="7300" spc="340"/>
              <a:t> </a:t>
            </a:r>
            <a:r>
              <a:rPr dirty="0" baseline="12937" sz="5475" spc="112"/>
              <a:t>2.0</a:t>
            </a:r>
            <a:endParaRPr baseline="12937" sz="5475"/>
          </a:p>
          <a:p>
            <a:pPr marL="38100">
              <a:lnSpc>
                <a:spcPts val="3155"/>
              </a:lnSpc>
            </a:pPr>
            <a:r>
              <a:rPr dirty="0" sz="2700" spc="114">
                <a:solidFill>
                  <a:srgbClr val="53E6B0"/>
                </a:solidFill>
              </a:rPr>
              <a:t>Enterprise</a:t>
            </a:r>
            <a:r>
              <a:rPr dirty="0" sz="2700" spc="-15">
                <a:solidFill>
                  <a:srgbClr val="53E6B0"/>
                </a:solidFill>
              </a:rPr>
              <a:t> </a:t>
            </a:r>
            <a:r>
              <a:rPr dirty="0" sz="2700" spc="114">
                <a:solidFill>
                  <a:srgbClr val="53E6B0"/>
                </a:solidFill>
              </a:rPr>
              <a:t>Application</a:t>
            </a:r>
            <a:r>
              <a:rPr dirty="0" sz="2700" spc="-50">
                <a:solidFill>
                  <a:srgbClr val="53E6B0"/>
                </a:solidFill>
              </a:rPr>
              <a:t> </a:t>
            </a:r>
            <a:r>
              <a:rPr dirty="0" sz="2700" spc="114">
                <a:solidFill>
                  <a:srgbClr val="53E6B0"/>
                </a:solidFill>
              </a:rPr>
              <a:t>Intelligence</a:t>
            </a:r>
            <a:r>
              <a:rPr dirty="0" sz="2700" spc="-15">
                <a:solidFill>
                  <a:srgbClr val="53E6B0"/>
                </a:solidFill>
              </a:rPr>
              <a:t> </a:t>
            </a:r>
            <a:r>
              <a:rPr dirty="0" sz="2700" spc="95">
                <a:solidFill>
                  <a:srgbClr val="53E6B0"/>
                </a:solidFill>
              </a:rPr>
              <a:t>Platform</a:t>
            </a:r>
            <a:endParaRPr sz="2700"/>
          </a:p>
        </p:txBody>
      </p:sp>
      <p:sp>
        <p:nvSpPr>
          <p:cNvPr id="18" name="object 18"/>
          <p:cNvSpPr txBox="1"/>
          <p:nvPr/>
        </p:nvSpPr>
        <p:spPr>
          <a:xfrm>
            <a:off x="13823599" y="10342009"/>
            <a:ext cx="566864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150" b="1">
                <a:solidFill>
                  <a:srgbClr val="0A1273"/>
                </a:solidFill>
                <a:latin typeface="Calibri"/>
                <a:cs typeface="Calibri"/>
              </a:rPr>
              <a:t>Zensar’s</a:t>
            </a:r>
            <a:r>
              <a:rPr dirty="0" sz="2500" spc="55" b="1">
                <a:solidFill>
                  <a:srgbClr val="0A1273"/>
                </a:solidFill>
                <a:latin typeface="Calibri"/>
                <a:cs typeface="Calibri"/>
              </a:rPr>
              <a:t> </a:t>
            </a:r>
            <a:r>
              <a:rPr dirty="0" sz="2500" spc="65" b="1">
                <a:solidFill>
                  <a:srgbClr val="0A1273"/>
                </a:solidFill>
                <a:latin typeface="Calibri"/>
                <a:cs typeface="Calibri"/>
              </a:rPr>
              <a:t>in-</a:t>
            </a:r>
            <a:r>
              <a:rPr dirty="0" sz="2500" spc="130" b="1">
                <a:solidFill>
                  <a:srgbClr val="0A1273"/>
                </a:solidFill>
                <a:latin typeface="Calibri"/>
                <a:cs typeface="Calibri"/>
              </a:rPr>
              <a:t>house</a:t>
            </a:r>
            <a:r>
              <a:rPr dirty="0" sz="2500" spc="-260" b="1">
                <a:solidFill>
                  <a:srgbClr val="0A1273"/>
                </a:solidFill>
                <a:latin typeface="Calibri"/>
                <a:cs typeface="Calibri"/>
              </a:rPr>
              <a:t> </a:t>
            </a:r>
            <a:r>
              <a:rPr dirty="0" sz="2500" b="1">
                <a:solidFill>
                  <a:srgbClr val="0A1273"/>
                </a:solidFill>
                <a:latin typeface="Calibri"/>
                <a:cs typeface="Calibri"/>
              </a:rPr>
              <a:t>AI-</a:t>
            </a:r>
            <a:r>
              <a:rPr dirty="0" sz="2500" spc="70" b="1">
                <a:solidFill>
                  <a:srgbClr val="0A1273"/>
                </a:solidFill>
                <a:latin typeface="Calibri"/>
                <a:cs typeface="Calibri"/>
              </a:rPr>
              <a:t>driven </a:t>
            </a:r>
            <a:r>
              <a:rPr dirty="0" sz="2500" spc="105" b="1">
                <a:solidFill>
                  <a:srgbClr val="0A1273"/>
                </a:solidFill>
                <a:latin typeface="Calibri"/>
                <a:cs typeface="Calibri"/>
              </a:rPr>
              <a:t>accelerator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46331" y="9263018"/>
            <a:ext cx="84181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Team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Member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: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 spc="125" b="1">
                <a:latin typeface="Calibri"/>
                <a:cs typeface="Calibri"/>
              </a:rPr>
              <a:t>Kaushik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spc="150" b="1">
                <a:latin typeface="Calibri"/>
                <a:cs typeface="Calibri"/>
              </a:rPr>
              <a:t>Saha,</a:t>
            </a:r>
            <a:r>
              <a:rPr dirty="0" sz="2400" spc="-15" b="1">
                <a:latin typeface="Calibri"/>
                <a:cs typeface="Calibri"/>
              </a:rPr>
              <a:t> </a:t>
            </a:r>
            <a:r>
              <a:rPr dirty="0" sz="2400" spc="130" b="1">
                <a:latin typeface="Calibri"/>
                <a:cs typeface="Calibri"/>
              </a:rPr>
              <a:t>Sameer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105" b="1">
                <a:latin typeface="Calibri"/>
                <a:cs typeface="Calibri"/>
              </a:rPr>
              <a:t>Kumar</a:t>
            </a:r>
            <a:r>
              <a:rPr dirty="0" sz="2400" spc="-5" b="1">
                <a:latin typeface="Calibri"/>
                <a:cs typeface="Calibri"/>
              </a:rPr>
              <a:t> </a:t>
            </a:r>
            <a:r>
              <a:rPr dirty="0" sz="2400" spc="135" b="1">
                <a:latin typeface="Calibri"/>
                <a:cs typeface="Calibri"/>
              </a:rPr>
              <a:t>Sharma,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spc="145" b="1">
                <a:latin typeface="Calibri"/>
                <a:cs typeface="Calibri"/>
              </a:rPr>
              <a:t>Sachin </a:t>
            </a:r>
            <a:r>
              <a:rPr dirty="0" sz="2400" spc="60" b="1">
                <a:latin typeface="Calibri"/>
                <a:cs typeface="Calibri"/>
              </a:rPr>
              <a:t>Nilawar,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114" b="1">
                <a:latin typeface="Calibri"/>
                <a:cs typeface="Calibri"/>
              </a:rPr>
              <a:t>Satya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85" b="1">
                <a:latin typeface="Calibri"/>
                <a:cs typeface="Calibri"/>
              </a:rPr>
              <a:t>Yenamandra,</a:t>
            </a:r>
            <a:r>
              <a:rPr dirty="0" sz="2400" spc="-10" b="1">
                <a:latin typeface="Calibri"/>
                <a:cs typeface="Calibri"/>
              </a:rPr>
              <a:t> </a:t>
            </a:r>
            <a:r>
              <a:rPr dirty="0" sz="2400" spc="120" b="1">
                <a:latin typeface="Calibri"/>
                <a:cs typeface="Calibri"/>
              </a:rPr>
              <a:t>Piyush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spc="100" b="1">
                <a:latin typeface="Calibri"/>
                <a:cs typeface="Calibri"/>
              </a:rPr>
              <a:t>Gupta,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145" b="1">
                <a:latin typeface="Calibri"/>
                <a:cs typeface="Calibri"/>
              </a:rPr>
              <a:t>Ullas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spc="100" b="1">
                <a:latin typeface="Calibri"/>
                <a:cs typeface="Calibri"/>
              </a:rPr>
              <a:t>Krishnan,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46331" y="9994545"/>
            <a:ext cx="30626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30" b="1">
                <a:latin typeface="Calibri"/>
                <a:cs typeface="Calibri"/>
              </a:rPr>
              <a:t>Hrushikesh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100" b="1">
                <a:latin typeface="Calibri"/>
                <a:cs typeface="Calibri"/>
              </a:rPr>
              <a:t>Nalawade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58742" y="10388327"/>
            <a:ext cx="3331845" cy="372110"/>
          </a:xfrm>
          <a:prstGeom prst="rect">
            <a:avLst/>
          </a:prstGeom>
          <a:solidFill>
            <a:srgbClr val="00008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760"/>
              </a:lnSpc>
            </a:pPr>
            <a:r>
              <a:rPr dirty="0" sz="2400" spc="95" b="1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r>
              <a:rPr dirty="0" sz="24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0" b="1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240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AMEX</a:t>
            </a:r>
            <a:r>
              <a:rPr dirty="0" sz="240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5" b="1">
                <a:solidFill>
                  <a:srgbClr val="FFFFFF"/>
                </a:solidFill>
                <a:latin typeface="Calibri"/>
                <a:cs typeface="Calibri"/>
              </a:rPr>
              <a:t>Diamond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964" y="10831124"/>
            <a:ext cx="3678554" cy="2813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60"/>
              </a:lnSpc>
            </a:pPr>
            <a:r>
              <a:rPr dirty="0" sz="1800" spc="70">
                <a:latin typeface="Calibri"/>
                <a:cs typeface="Calibri"/>
              </a:rPr>
              <a:t>Page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50">
                <a:latin typeface="Calibri"/>
                <a:cs typeface="Calibri"/>
              </a:rPr>
              <a:t>2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340">
                <a:latin typeface="Calibri"/>
                <a:cs typeface="Calibri"/>
              </a:rPr>
              <a:t>|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50">
                <a:latin typeface="Calibri"/>
                <a:cs typeface="Calibri"/>
              </a:rPr>
              <a:t>©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65">
                <a:latin typeface="Calibri"/>
                <a:cs typeface="Calibri"/>
              </a:rPr>
              <a:t>Zensar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55">
                <a:latin typeface="Calibri"/>
                <a:cs typeface="Calibri"/>
              </a:rPr>
              <a:t>Technologies,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30"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253" y="-6635"/>
            <a:ext cx="20111720" cy="11250930"/>
            <a:chOff x="-253" y="-6635"/>
            <a:chExt cx="20111720" cy="11250930"/>
          </a:xfrm>
        </p:grpSpPr>
        <p:sp>
          <p:nvSpPr>
            <p:cNvPr id="4" name="object 4"/>
            <p:cNvSpPr/>
            <p:nvPr/>
          </p:nvSpPr>
          <p:spPr>
            <a:xfrm>
              <a:off x="6096" y="-285"/>
              <a:ext cx="20099020" cy="11238230"/>
            </a:xfrm>
            <a:custGeom>
              <a:avLst/>
              <a:gdLst/>
              <a:ahLst/>
              <a:cxnLst/>
              <a:rect l="l" t="t" r="r" b="b"/>
              <a:pathLst>
                <a:path w="20099020" h="11238230">
                  <a:moveTo>
                    <a:pt x="0" y="285"/>
                  </a:moveTo>
                  <a:lnTo>
                    <a:pt x="0" y="11237976"/>
                  </a:lnTo>
                  <a:lnTo>
                    <a:pt x="20098003" y="11237976"/>
                  </a:lnTo>
                  <a:lnTo>
                    <a:pt x="20098003" y="285"/>
                  </a:lnTo>
                  <a:lnTo>
                    <a:pt x="0" y="285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96" y="-285"/>
              <a:ext cx="20099020" cy="11238230"/>
            </a:xfrm>
            <a:custGeom>
              <a:avLst/>
              <a:gdLst/>
              <a:ahLst/>
              <a:cxnLst/>
              <a:rect l="l" t="t" r="r" b="b"/>
              <a:pathLst>
                <a:path w="20099020" h="11238230">
                  <a:moveTo>
                    <a:pt x="0" y="285"/>
                  </a:moveTo>
                  <a:lnTo>
                    <a:pt x="0" y="11237976"/>
                  </a:lnTo>
                  <a:lnTo>
                    <a:pt x="20098003" y="11237976"/>
                  </a:lnTo>
                </a:path>
              </a:pathLst>
            </a:custGeom>
            <a:ln w="12699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9351371" y="567150"/>
              <a:ext cx="182880" cy="338455"/>
            </a:xfrm>
            <a:custGeom>
              <a:avLst/>
              <a:gdLst/>
              <a:ahLst/>
              <a:cxnLst/>
              <a:rect l="l" t="t" r="r" b="b"/>
              <a:pathLst>
                <a:path w="182880" h="338455">
                  <a:moveTo>
                    <a:pt x="154955" y="271"/>
                  </a:moveTo>
                  <a:lnTo>
                    <a:pt x="-489" y="271"/>
                  </a:lnTo>
                  <a:lnTo>
                    <a:pt x="-489" y="13098"/>
                  </a:lnTo>
                  <a:lnTo>
                    <a:pt x="23513" y="16527"/>
                  </a:lnTo>
                  <a:lnTo>
                    <a:pt x="40149" y="26051"/>
                  </a:lnTo>
                  <a:lnTo>
                    <a:pt x="49928" y="40783"/>
                  </a:lnTo>
                  <a:lnTo>
                    <a:pt x="52976" y="59832"/>
                  </a:lnTo>
                  <a:lnTo>
                    <a:pt x="52976" y="338590"/>
                  </a:lnTo>
                  <a:lnTo>
                    <a:pt x="156224" y="338590"/>
                  </a:lnTo>
                  <a:lnTo>
                    <a:pt x="156224" y="128157"/>
                  </a:lnTo>
                  <a:lnTo>
                    <a:pt x="170448" y="109615"/>
                  </a:lnTo>
                  <a:lnTo>
                    <a:pt x="182132" y="102376"/>
                  </a:lnTo>
                  <a:lnTo>
                    <a:pt x="154955" y="102376"/>
                  </a:lnTo>
                  <a:lnTo>
                    <a:pt x="154955" y="271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506818" y="561054"/>
              <a:ext cx="137413" cy="10820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503139" y="580739"/>
              <a:ext cx="325755" cy="325120"/>
            </a:xfrm>
            <a:custGeom>
              <a:avLst/>
              <a:gdLst/>
              <a:ahLst/>
              <a:cxnLst/>
              <a:rect l="l" t="t" r="r" b="b"/>
              <a:pathLst>
                <a:path w="325755" h="325119">
                  <a:moveTo>
                    <a:pt x="323272" y="271"/>
                  </a:moveTo>
                  <a:lnTo>
                    <a:pt x="159319" y="271"/>
                  </a:lnTo>
                  <a:lnTo>
                    <a:pt x="159319" y="155842"/>
                  </a:lnTo>
                  <a:lnTo>
                    <a:pt x="-442" y="316239"/>
                  </a:lnTo>
                  <a:lnTo>
                    <a:pt x="-442" y="325001"/>
                  </a:lnTo>
                  <a:lnTo>
                    <a:pt x="325304" y="325001"/>
                  </a:lnTo>
                  <a:lnTo>
                    <a:pt x="325304" y="311540"/>
                  </a:lnTo>
                  <a:lnTo>
                    <a:pt x="168844" y="311540"/>
                  </a:lnTo>
                  <a:lnTo>
                    <a:pt x="168844" y="155842"/>
                  </a:lnTo>
                  <a:lnTo>
                    <a:pt x="323272" y="271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672431" y="766794"/>
              <a:ext cx="156463" cy="12522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513490" y="567429"/>
              <a:ext cx="1807210" cy="345440"/>
            </a:xfrm>
            <a:custGeom>
              <a:avLst/>
              <a:gdLst/>
              <a:ahLst/>
              <a:cxnLst/>
              <a:rect l="l" t="t" r="r" b="b"/>
              <a:pathLst>
                <a:path w="1807209" h="345440">
                  <a:moveTo>
                    <a:pt x="317614" y="0"/>
                  </a:moveTo>
                  <a:lnTo>
                    <a:pt x="0" y="0"/>
                  </a:lnTo>
                  <a:lnTo>
                    <a:pt x="0" y="131953"/>
                  </a:lnTo>
                  <a:lnTo>
                    <a:pt x="11557" y="131953"/>
                  </a:lnTo>
                  <a:lnTo>
                    <a:pt x="25781" y="89154"/>
                  </a:lnTo>
                  <a:lnTo>
                    <a:pt x="53848" y="51181"/>
                  </a:lnTo>
                  <a:lnTo>
                    <a:pt x="95110" y="24003"/>
                  </a:lnTo>
                  <a:lnTo>
                    <a:pt x="148958" y="13589"/>
                  </a:lnTo>
                  <a:lnTo>
                    <a:pt x="312915" y="13589"/>
                  </a:lnTo>
                  <a:lnTo>
                    <a:pt x="317614" y="8763"/>
                  </a:lnTo>
                  <a:lnTo>
                    <a:pt x="317614" y="0"/>
                  </a:lnTo>
                  <a:close/>
                </a:path>
                <a:path w="1807209" h="345440">
                  <a:moveTo>
                    <a:pt x="1806841" y="299808"/>
                  </a:moveTo>
                  <a:lnTo>
                    <a:pt x="1806778" y="146812"/>
                  </a:lnTo>
                  <a:lnTo>
                    <a:pt x="1806778" y="104902"/>
                  </a:lnTo>
                  <a:lnTo>
                    <a:pt x="1799412" y="62103"/>
                  </a:lnTo>
                  <a:lnTo>
                    <a:pt x="1778203" y="30480"/>
                  </a:lnTo>
                  <a:lnTo>
                    <a:pt x="1745310" y="9144"/>
                  </a:lnTo>
                  <a:lnTo>
                    <a:pt x="1744040" y="8763"/>
                  </a:lnTo>
                  <a:lnTo>
                    <a:pt x="1631391" y="8763"/>
                  </a:lnTo>
                  <a:lnTo>
                    <a:pt x="1658442" y="13335"/>
                  </a:lnTo>
                  <a:lnTo>
                    <a:pt x="1678127" y="26797"/>
                  </a:lnTo>
                  <a:lnTo>
                    <a:pt x="1690319" y="48514"/>
                  </a:lnTo>
                  <a:lnTo>
                    <a:pt x="1694383" y="77851"/>
                  </a:lnTo>
                  <a:lnTo>
                    <a:pt x="1694383" y="128524"/>
                  </a:lnTo>
                  <a:lnTo>
                    <a:pt x="1694383" y="146812"/>
                  </a:lnTo>
                  <a:lnTo>
                    <a:pt x="1694383" y="281419"/>
                  </a:lnTo>
                  <a:lnTo>
                    <a:pt x="1683207" y="290182"/>
                  </a:lnTo>
                  <a:lnTo>
                    <a:pt x="1671142" y="296151"/>
                  </a:lnTo>
                  <a:lnTo>
                    <a:pt x="1658315" y="299453"/>
                  </a:lnTo>
                  <a:lnTo>
                    <a:pt x="1644345" y="300469"/>
                  </a:lnTo>
                  <a:lnTo>
                    <a:pt x="1623390" y="296786"/>
                  </a:lnTo>
                  <a:lnTo>
                    <a:pt x="1608404" y="285864"/>
                  </a:lnTo>
                  <a:lnTo>
                    <a:pt x="1599260" y="267957"/>
                  </a:lnTo>
                  <a:lnTo>
                    <a:pt x="1596212" y="242938"/>
                  </a:lnTo>
                  <a:lnTo>
                    <a:pt x="1596212" y="179578"/>
                  </a:lnTo>
                  <a:lnTo>
                    <a:pt x="1694383" y="146812"/>
                  </a:lnTo>
                  <a:lnTo>
                    <a:pt x="1694383" y="128524"/>
                  </a:lnTo>
                  <a:lnTo>
                    <a:pt x="1550250" y="175895"/>
                  </a:lnTo>
                  <a:lnTo>
                    <a:pt x="1502498" y="203568"/>
                  </a:lnTo>
                  <a:lnTo>
                    <a:pt x="1481797" y="259194"/>
                  </a:lnTo>
                  <a:lnTo>
                    <a:pt x="1489163" y="293103"/>
                  </a:lnTo>
                  <a:lnTo>
                    <a:pt x="1510245" y="320408"/>
                  </a:lnTo>
                  <a:lnTo>
                    <a:pt x="1543519" y="338569"/>
                  </a:lnTo>
                  <a:lnTo>
                    <a:pt x="1587449" y="345173"/>
                  </a:lnTo>
                  <a:lnTo>
                    <a:pt x="1619326" y="341744"/>
                  </a:lnTo>
                  <a:lnTo>
                    <a:pt x="1648155" y="332346"/>
                  </a:lnTo>
                  <a:lnTo>
                    <a:pt x="1673809" y="317995"/>
                  </a:lnTo>
                  <a:lnTo>
                    <a:pt x="1695018" y="300469"/>
                  </a:lnTo>
                  <a:lnTo>
                    <a:pt x="1695780" y="299834"/>
                  </a:lnTo>
                  <a:lnTo>
                    <a:pt x="1695780" y="338315"/>
                  </a:lnTo>
                  <a:lnTo>
                    <a:pt x="1806841" y="338315"/>
                  </a:lnTo>
                  <a:lnTo>
                    <a:pt x="1806841" y="299808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09359" y="560419"/>
              <a:ext cx="248666" cy="12382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866284" y="559301"/>
              <a:ext cx="340360" cy="353695"/>
            </a:xfrm>
            <a:custGeom>
              <a:avLst/>
              <a:gdLst/>
              <a:ahLst/>
              <a:cxnLst/>
              <a:rect l="l" t="t" r="r" b="b"/>
              <a:pathLst>
                <a:path w="340359" h="353694">
                  <a:moveTo>
                    <a:pt x="339966" y="156972"/>
                  </a:moveTo>
                  <a:lnTo>
                    <a:pt x="119253" y="156972"/>
                  </a:lnTo>
                  <a:lnTo>
                    <a:pt x="119253" y="26543"/>
                  </a:lnTo>
                  <a:lnTo>
                    <a:pt x="128905" y="22225"/>
                  </a:lnTo>
                  <a:lnTo>
                    <a:pt x="139065" y="19177"/>
                  </a:lnTo>
                  <a:lnTo>
                    <a:pt x="149606" y="17526"/>
                  </a:lnTo>
                  <a:lnTo>
                    <a:pt x="160528" y="16891"/>
                  </a:lnTo>
                  <a:lnTo>
                    <a:pt x="259956" y="16891"/>
                  </a:lnTo>
                  <a:lnTo>
                    <a:pt x="227190" y="5080"/>
                  </a:lnTo>
                  <a:lnTo>
                    <a:pt x="178816" y="0"/>
                  </a:lnTo>
                  <a:lnTo>
                    <a:pt x="129413" y="5334"/>
                  </a:lnTo>
                  <a:lnTo>
                    <a:pt x="86106" y="20955"/>
                  </a:lnTo>
                  <a:lnTo>
                    <a:pt x="50292" y="46228"/>
                  </a:lnTo>
                  <a:lnTo>
                    <a:pt x="23241" y="80264"/>
                  </a:lnTo>
                  <a:lnTo>
                    <a:pt x="6096" y="122682"/>
                  </a:lnTo>
                  <a:lnTo>
                    <a:pt x="0" y="172593"/>
                  </a:lnTo>
                  <a:lnTo>
                    <a:pt x="3810" y="216903"/>
                  </a:lnTo>
                  <a:lnTo>
                    <a:pt x="15113" y="256019"/>
                  </a:lnTo>
                  <a:lnTo>
                    <a:pt x="34036" y="289420"/>
                  </a:lnTo>
                  <a:lnTo>
                    <a:pt x="95250" y="336537"/>
                  </a:lnTo>
                  <a:lnTo>
                    <a:pt x="137795" y="348983"/>
                  </a:lnTo>
                  <a:lnTo>
                    <a:pt x="188341" y="353301"/>
                  </a:lnTo>
                  <a:lnTo>
                    <a:pt x="235445" y="348094"/>
                  </a:lnTo>
                  <a:lnTo>
                    <a:pt x="276847" y="332854"/>
                  </a:lnTo>
                  <a:lnTo>
                    <a:pt x="293484" y="320789"/>
                  </a:lnTo>
                  <a:lnTo>
                    <a:pt x="311264" y="307835"/>
                  </a:lnTo>
                  <a:lnTo>
                    <a:pt x="337934" y="273418"/>
                  </a:lnTo>
                  <a:lnTo>
                    <a:pt x="325742" y="265925"/>
                  </a:lnTo>
                  <a:lnTo>
                    <a:pt x="305676" y="288531"/>
                  </a:lnTo>
                  <a:lnTo>
                    <a:pt x="281927" y="305803"/>
                  </a:lnTo>
                  <a:lnTo>
                    <a:pt x="254368" y="316852"/>
                  </a:lnTo>
                  <a:lnTo>
                    <a:pt x="222885" y="320789"/>
                  </a:lnTo>
                  <a:lnTo>
                    <a:pt x="178054" y="312153"/>
                  </a:lnTo>
                  <a:lnTo>
                    <a:pt x="145669" y="287261"/>
                  </a:lnTo>
                  <a:lnTo>
                    <a:pt x="125857" y="247637"/>
                  </a:lnTo>
                  <a:lnTo>
                    <a:pt x="119253" y="194945"/>
                  </a:lnTo>
                  <a:lnTo>
                    <a:pt x="119253" y="174625"/>
                  </a:lnTo>
                  <a:lnTo>
                    <a:pt x="339966" y="174625"/>
                  </a:lnTo>
                  <a:lnTo>
                    <a:pt x="339966" y="156972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27268" y="575913"/>
              <a:ext cx="179450" cy="14008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218443" y="562730"/>
              <a:ext cx="370205" cy="343535"/>
            </a:xfrm>
            <a:custGeom>
              <a:avLst/>
              <a:gdLst/>
              <a:ahLst/>
              <a:cxnLst/>
              <a:rect l="l" t="t" r="r" b="b"/>
              <a:pathLst>
                <a:path w="370205" h="343534">
                  <a:moveTo>
                    <a:pt x="369951" y="102870"/>
                  </a:moveTo>
                  <a:lnTo>
                    <a:pt x="363601" y="60452"/>
                  </a:lnTo>
                  <a:lnTo>
                    <a:pt x="355854" y="47371"/>
                  </a:lnTo>
                  <a:lnTo>
                    <a:pt x="344424" y="28067"/>
                  </a:lnTo>
                  <a:lnTo>
                    <a:pt x="312293" y="7239"/>
                  </a:lnTo>
                  <a:lnTo>
                    <a:pt x="267081" y="0"/>
                  </a:lnTo>
                  <a:lnTo>
                    <a:pt x="239776" y="3429"/>
                  </a:lnTo>
                  <a:lnTo>
                    <a:pt x="211455" y="14097"/>
                  </a:lnTo>
                  <a:lnTo>
                    <a:pt x="183134" y="32131"/>
                  </a:lnTo>
                  <a:lnTo>
                    <a:pt x="155448" y="57912"/>
                  </a:lnTo>
                  <a:lnTo>
                    <a:pt x="155448" y="4699"/>
                  </a:lnTo>
                  <a:lnTo>
                    <a:pt x="0" y="4699"/>
                  </a:lnTo>
                  <a:lnTo>
                    <a:pt x="0" y="17526"/>
                  </a:lnTo>
                  <a:lnTo>
                    <a:pt x="24130" y="20955"/>
                  </a:lnTo>
                  <a:lnTo>
                    <a:pt x="40767" y="30480"/>
                  </a:lnTo>
                  <a:lnTo>
                    <a:pt x="50419" y="45212"/>
                  </a:lnTo>
                  <a:lnTo>
                    <a:pt x="53340" y="63627"/>
                  </a:lnTo>
                  <a:lnTo>
                    <a:pt x="53467" y="343014"/>
                  </a:lnTo>
                  <a:lnTo>
                    <a:pt x="156718" y="343014"/>
                  </a:lnTo>
                  <a:lnTo>
                    <a:pt x="156718" y="77851"/>
                  </a:lnTo>
                  <a:lnTo>
                    <a:pt x="172974" y="63627"/>
                  </a:lnTo>
                  <a:lnTo>
                    <a:pt x="182499" y="57912"/>
                  </a:lnTo>
                  <a:lnTo>
                    <a:pt x="188722" y="54102"/>
                  </a:lnTo>
                  <a:lnTo>
                    <a:pt x="203200" y="48895"/>
                  </a:lnTo>
                  <a:lnTo>
                    <a:pt x="215646" y="47371"/>
                  </a:lnTo>
                  <a:lnTo>
                    <a:pt x="235585" y="50800"/>
                  </a:lnTo>
                  <a:lnTo>
                    <a:pt x="251460" y="61087"/>
                  </a:lnTo>
                  <a:lnTo>
                    <a:pt x="262128" y="78486"/>
                  </a:lnTo>
                  <a:lnTo>
                    <a:pt x="265938" y="102870"/>
                  </a:lnTo>
                  <a:lnTo>
                    <a:pt x="265938" y="343014"/>
                  </a:lnTo>
                  <a:lnTo>
                    <a:pt x="369951" y="343014"/>
                  </a:lnTo>
                  <a:lnTo>
                    <a:pt x="369951" y="102870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656554" y="783050"/>
              <a:ext cx="227838" cy="12928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8653759" y="560419"/>
              <a:ext cx="297815" cy="337185"/>
            </a:xfrm>
            <a:custGeom>
              <a:avLst/>
              <a:gdLst/>
              <a:ahLst/>
              <a:cxnLst/>
              <a:rect l="l" t="t" r="r" b="b"/>
              <a:pathLst>
                <a:path w="297815" h="337184">
                  <a:moveTo>
                    <a:pt x="149257" y="271"/>
                  </a:moveTo>
                  <a:lnTo>
                    <a:pt x="97062" y="5097"/>
                  </a:lnTo>
                  <a:lnTo>
                    <a:pt x="55280" y="19321"/>
                  </a:lnTo>
                  <a:lnTo>
                    <a:pt x="6005" y="72405"/>
                  </a:lnTo>
                  <a:lnTo>
                    <a:pt x="-471" y="109869"/>
                  </a:lnTo>
                  <a:lnTo>
                    <a:pt x="6513" y="146952"/>
                  </a:lnTo>
                  <a:lnTo>
                    <a:pt x="27975" y="176924"/>
                  </a:lnTo>
                  <a:lnTo>
                    <a:pt x="64423" y="200926"/>
                  </a:lnTo>
                  <a:lnTo>
                    <a:pt x="116746" y="220103"/>
                  </a:lnTo>
                  <a:lnTo>
                    <a:pt x="166783" y="235469"/>
                  </a:lnTo>
                  <a:lnTo>
                    <a:pt x="199167" y="249312"/>
                  </a:lnTo>
                  <a:lnTo>
                    <a:pt x="216566" y="265059"/>
                  </a:lnTo>
                  <a:lnTo>
                    <a:pt x="221645" y="286522"/>
                  </a:lnTo>
                  <a:lnTo>
                    <a:pt x="215931" y="307222"/>
                  </a:lnTo>
                  <a:lnTo>
                    <a:pt x="200310" y="323224"/>
                  </a:lnTo>
                  <a:lnTo>
                    <a:pt x="177070" y="333638"/>
                  </a:lnTo>
                  <a:lnTo>
                    <a:pt x="148622" y="337194"/>
                  </a:lnTo>
                  <a:lnTo>
                    <a:pt x="230154" y="337194"/>
                  </a:lnTo>
                  <a:lnTo>
                    <a:pt x="242473" y="332876"/>
                  </a:lnTo>
                  <a:lnTo>
                    <a:pt x="272317" y="309635"/>
                  </a:lnTo>
                  <a:lnTo>
                    <a:pt x="290605" y="277759"/>
                  </a:lnTo>
                  <a:lnTo>
                    <a:pt x="296828" y="237755"/>
                  </a:lnTo>
                  <a:lnTo>
                    <a:pt x="289081" y="197624"/>
                  </a:lnTo>
                  <a:lnTo>
                    <a:pt x="265586" y="166764"/>
                  </a:lnTo>
                  <a:lnTo>
                    <a:pt x="226344" y="142635"/>
                  </a:lnTo>
                  <a:lnTo>
                    <a:pt x="170847" y="122696"/>
                  </a:lnTo>
                  <a:lnTo>
                    <a:pt x="129192" y="109869"/>
                  </a:lnTo>
                  <a:lnTo>
                    <a:pt x="100110" y="97678"/>
                  </a:lnTo>
                  <a:lnTo>
                    <a:pt x="83473" y="83454"/>
                  </a:lnTo>
                  <a:lnTo>
                    <a:pt x="78139" y="64532"/>
                  </a:lnTo>
                  <a:lnTo>
                    <a:pt x="83346" y="42434"/>
                  </a:lnTo>
                  <a:lnTo>
                    <a:pt x="97570" y="26813"/>
                  </a:lnTo>
                  <a:lnTo>
                    <a:pt x="118651" y="17797"/>
                  </a:lnTo>
                  <a:lnTo>
                    <a:pt x="144431" y="15130"/>
                  </a:lnTo>
                  <a:lnTo>
                    <a:pt x="275238" y="15130"/>
                  </a:lnTo>
                  <a:lnTo>
                    <a:pt x="249839" y="10177"/>
                  </a:lnTo>
                  <a:lnTo>
                    <a:pt x="217328" y="5351"/>
                  </a:lnTo>
                  <a:lnTo>
                    <a:pt x="182276" y="1668"/>
                  </a:lnTo>
                  <a:lnTo>
                    <a:pt x="149257" y="271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798666" y="575278"/>
              <a:ext cx="130809" cy="100838"/>
            </a:xfrm>
            <a:prstGeom prst="rect">
              <a:avLst/>
            </a:prstGeom>
          </p:spPr>
        </p:pic>
      </p:grp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70" b="0">
                <a:latin typeface="Calibri"/>
                <a:cs typeface="Calibri"/>
              </a:rPr>
              <a:t>AI-</a:t>
            </a:r>
            <a:r>
              <a:rPr dirty="0" sz="4400" b="0">
                <a:latin typeface="Calibri"/>
                <a:cs typeface="Calibri"/>
              </a:rPr>
              <a:t>driven</a:t>
            </a:r>
            <a:r>
              <a:rPr dirty="0" sz="4400" spc="-10" b="0">
                <a:latin typeface="Calibri"/>
                <a:cs typeface="Calibri"/>
              </a:rPr>
              <a:t> </a:t>
            </a:r>
            <a:r>
              <a:rPr dirty="0" sz="4400" spc="195" b="0">
                <a:latin typeface="Calibri"/>
                <a:cs typeface="Calibri"/>
              </a:rPr>
              <a:t>code</a:t>
            </a:r>
            <a:r>
              <a:rPr dirty="0" sz="4400" spc="20" b="0">
                <a:latin typeface="Calibri"/>
                <a:cs typeface="Calibri"/>
              </a:rPr>
              <a:t> </a:t>
            </a:r>
            <a:r>
              <a:rPr dirty="0" sz="4400" spc="110" b="0">
                <a:latin typeface="Calibri"/>
                <a:cs typeface="Calibri"/>
              </a:rPr>
              <a:t>accelerator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24475" y="2594239"/>
            <a:ext cx="5852160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700" b="1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9600" spc="-2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600" spc="660" b="1">
                <a:solidFill>
                  <a:srgbClr val="FFFFFF"/>
                </a:solidFill>
                <a:latin typeface="Calibri"/>
                <a:cs typeface="Calibri"/>
              </a:rPr>
              <a:t>Lens</a:t>
            </a:r>
            <a:endParaRPr sz="96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92836" y="6283166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-14" y="304919"/>
                </a:moveTo>
                <a:lnTo>
                  <a:pt x="3974" y="255495"/>
                </a:lnTo>
                <a:lnTo>
                  <a:pt x="15523" y="208604"/>
                </a:lnTo>
                <a:lnTo>
                  <a:pt x="34005" y="164876"/>
                </a:lnTo>
                <a:lnTo>
                  <a:pt x="58792" y="124939"/>
                </a:lnTo>
                <a:lnTo>
                  <a:pt x="89257" y="89421"/>
                </a:lnTo>
                <a:lnTo>
                  <a:pt x="124772" y="58951"/>
                </a:lnTo>
                <a:lnTo>
                  <a:pt x="164711" y="34158"/>
                </a:lnTo>
                <a:lnTo>
                  <a:pt x="208445" y="15671"/>
                </a:lnTo>
                <a:lnTo>
                  <a:pt x="255347" y="4117"/>
                </a:lnTo>
                <a:lnTo>
                  <a:pt x="304790" y="127"/>
                </a:lnTo>
                <a:lnTo>
                  <a:pt x="3352700" y="127"/>
                </a:lnTo>
                <a:lnTo>
                  <a:pt x="3402124" y="4117"/>
                </a:lnTo>
                <a:lnTo>
                  <a:pt x="3449014" y="15671"/>
                </a:lnTo>
                <a:lnTo>
                  <a:pt x="3492742" y="34158"/>
                </a:lnTo>
                <a:lnTo>
                  <a:pt x="3532680" y="58951"/>
                </a:lnTo>
                <a:lnTo>
                  <a:pt x="3568197" y="89421"/>
                </a:lnTo>
                <a:lnTo>
                  <a:pt x="3598667" y="124939"/>
                </a:lnTo>
                <a:lnTo>
                  <a:pt x="3623460" y="164876"/>
                </a:lnTo>
                <a:lnTo>
                  <a:pt x="3641948" y="208604"/>
                </a:lnTo>
                <a:lnTo>
                  <a:pt x="3653501" y="255495"/>
                </a:lnTo>
                <a:lnTo>
                  <a:pt x="3657492" y="304919"/>
                </a:lnTo>
                <a:lnTo>
                  <a:pt x="3657492" y="1524088"/>
                </a:lnTo>
                <a:lnTo>
                  <a:pt x="3653501" y="1573512"/>
                </a:lnTo>
                <a:lnTo>
                  <a:pt x="3641948" y="1620402"/>
                </a:lnTo>
                <a:lnTo>
                  <a:pt x="3623460" y="1664131"/>
                </a:lnTo>
                <a:lnTo>
                  <a:pt x="3598667" y="1704068"/>
                </a:lnTo>
                <a:lnTo>
                  <a:pt x="3568197" y="1739586"/>
                </a:lnTo>
                <a:lnTo>
                  <a:pt x="3532680" y="1770055"/>
                </a:lnTo>
                <a:lnTo>
                  <a:pt x="3492742" y="1794848"/>
                </a:lnTo>
                <a:lnTo>
                  <a:pt x="3449014" y="1813336"/>
                </a:lnTo>
                <a:lnTo>
                  <a:pt x="3402124" y="1824889"/>
                </a:lnTo>
                <a:lnTo>
                  <a:pt x="3352700" y="1828880"/>
                </a:lnTo>
                <a:lnTo>
                  <a:pt x="304790" y="1828880"/>
                </a:lnTo>
                <a:lnTo>
                  <a:pt x="255347" y="1824889"/>
                </a:lnTo>
                <a:lnTo>
                  <a:pt x="208445" y="1813336"/>
                </a:lnTo>
                <a:lnTo>
                  <a:pt x="164711" y="1794848"/>
                </a:lnTo>
                <a:lnTo>
                  <a:pt x="124772" y="1770055"/>
                </a:lnTo>
                <a:lnTo>
                  <a:pt x="89257" y="1739586"/>
                </a:lnTo>
                <a:lnTo>
                  <a:pt x="58792" y="1704068"/>
                </a:lnTo>
                <a:lnTo>
                  <a:pt x="34005" y="1664131"/>
                </a:lnTo>
                <a:lnTo>
                  <a:pt x="15523" y="1620402"/>
                </a:lnTo>
                <a:lnTo>
                  <a:pt x="3974" y="1573512"/>
                </a:lnTo>
                <a:lnTo>
                  <a:pt x="-14" y="1524088"/>
                </a:lnTo>
                <a:lnTo>
                  <a:pt x="-14" y="304919"/>
                </a:lnTo>
                <a:close/>
              </a:path>
            </a:pathLst>
          </a:custGeom>
          <a:ln w="12699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990676" y="6518059"/>
            <a:ext cx="2868295" cy="1306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95"/>
              </a:spcBef>
            </a:pPr>
            <a:r>
              <a:rPr dirty="0" sz="2800" spc="55" b="1">
                <a:solidFill>
                  <a:srgbClr val="FFFFFF"/>
                </a:solidFill>
                <a:latin typeface="Calibri"/>
                <a:cs typeface="Calibri"/>
              </a:rPr>
              <a:t>25-</a:t>
            </a:r>
            <a:r>
              <a:rPr dirty="0" sz="2800" spc="140" b="1">
                <a:solidFill>
                  <a:srgbClr val="FFFFFF"/>
                </a:solidFill>
                <a:latin typeface="Calibri"/>
                <a:cs typeface="Calibri"/>
              </a:rPr>
              <a:t>30%</a:t>
            </a:r>
            <a:r>
              <a:rPr dirty="0" sz="28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114" b="1">
                <a:solidFill>
                  <a:srgbClr val="FFFFFF"/>
                </a:solidFill>
                <a:latin typeface="Calibri"/>
                <a:cs typeface="Calibri"/>
              </a:rPr>
              <a:t>efficiency </a:t>
            </a:r>
            <a:r>
              <a:rPr dirty="0" sz="2800" spc="80" b="1">
                <a:solidFill>
                  <a:srgbClr val="FFFFFF"/>
                </a:solidFill>
                <a:latin typeface="Calibri"/>
                <a:cs typeface="Calibri"/>
              </a:rPr>
              <a:t>gain</a:t>
            </a:r>
            <a:r>
              <a:rPr dirty="0" sz="28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80" b="1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95" b="1">
                <a:solidFill>
                  <a:srgbClr val="FFFFFF"/>
                </a:solidFill>
                <a:latin typeface="Calibri"/>
                <a:cs typeface="Calibri"/>
              </a:rPr>
              <a:t>time-</a:t>
            </a:r>
            <a:r>
              <a:rPr dirty="0" sz="2800" spc="35" b="1">
                <a:solidFill>
                  <a:srgbClr val="FFFFFF"/>
                </a:solidFill>
                <a:latin typeface="Calibri"/>
                <a:cs typeface="Calibri"/>
              </a:rPr>
              <a:t>to-</a:t>
            </a:r>
            <a:r>
              <a:rPr dirty="0" sz="2800" spc="114" b="1">
                <a:solidFill>
                  <a:srgbClr val="FFFFFF"/>
                </a:solidFill>
                <a:latin typeface="Calibri"/>
                <a:cs typeface="Calibri"/>
              </a:rPr>
              <a:t>discovery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61788" y="8488394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-130" y="304863"/>
                </a:moveTo>
                <a:lnTo>
                  <a:pt x="3860" y="255439"/>
                </a:lnTo>
                <a:lnTo>
                  <a:pt x="15413" y="208549"/>
                </a:lnTo>
                <a:lnTo>
                  <a:pt x="33901" y="164821"/>
                </a:lnTo>
                <a:lnTo>
                  <a:pt x="58694" y="124883"/>
                </a:lnTo>
                <a:lnTo>
                  <a:pt x="89164" y="89365"/>
                </a:lnTo>
                <a:lnTo>
                  <a:pt x="124681" y="58896"/>
                </a:lnTo>
                <a:lnTo>
                  <a:pt x="164619" y="34103"/>
                </a:lnTo>
                <a:lnTo>
                  <a:pt x="208347" y="15615"/>
                </a:lnTo>
                <a:lnTo>
                  <a:pt x="255237" y="4062"/>
                </a:lnTo>
                <a:lnTo>
                  <a:pt x="304661" y="71"/>
                </a:lnTo>
                <a:lnTo>
                  <a:pt x="3352584" y="71"/>
                </a:lnTo>
                <a:lnTo>
                  <a:pt x="3402008" y="4062"/>
                </a:lnTo>
                <a:lnTo>
                  <a:pt x="3448899" y="15615"/>
                </a:lnTo>
                <a:lnTo>
                  <a:pt x="3492627" y="34103"/>
                </a:lnTo>
                <a:lnTo>
                  <a:pt x="3532564" y="58896"/>
                </a:lnTo>
                <a:lnTo>
                  <a:pt x="3568082" y="89365"/>
                </a:lnTo>
                <a:lnTo>
                  <a:pt x="3598552" y="124883"/>
                </a:lnTo>
                <a:lnTo>
                  <a:pt x="3623345" y="164821"/>
                </a:lnTo>
                <a:lnTo>
                  <a:pt x="3641832" y="208549"/>
                </a:lnTo>
                <a:lnTo>
                  <a:pt x="3653386" y="255439"/>
                </a:lnTo>
                <a:lnTo>
                  <a:pt x="3657377" y="304863"/>
                </a:lnTo>
                <a:lnTo>
                  <a:pt x="3657377" y="1524032"/>
                </a:lnTo>
                <a:lnTo>
                  <a:pt x="3653386" y="1573469"/>
                </a:lnTo>
                <a:lnTo>
                  <a:pt x="3641832" y="1620366"/>
                </a:lnTo>
                <a:lnTo>
                  <a:pt x="3623345" y="1664097"/>
                </a:lnTo>
                <a:lnTo>
                  <a:pt x="3598552" y="1704034"/>
                </a:lnTo>
                <a:lnTo>
                  <a:pt x="3568082" y="1739549"/>
                </a:lnTo>
                <a:lnTo>
                  <a:pt x="3532564" y="1770014"/>
                </a:lnTo>
                <a:lnTo>
                  <a:pt x="3492627" y="1794802"/>
                </a:lnTo>
                <a:lnTo>
                  <a:pt x="3448899" y="1813285"/>
                </a:lnTo>
                <a:lnTo>
                  <a:pt x="3402008" y="1824835"/>
                </a:lnTo>
                <a:lnTo>
                  <a:pt x="3352584" y="1828825"/>
                </a:lnTo>
                <a:lnTo>
                  <a:pt x="304661" y="1828825"/>
                </a:lnTo>
                <a:lnTo>
                  <a:pt x="255237" y="1824835"/>
                </a:lnTo>
                <a:lnTo>
                  <a:pt x="208347" y="1813285"/>
                </a:lnTo>
                <a:lnTo>
                  <a:pt x="164619" y="1794802"/>
                </a:lnTo>
                <a:lnTo>
                  <a:pt x="124681" y="1770014"/>
                </a:lnTo>
                <a:lnTo>
                  <a:pt x="89164" y="1739549"/>
                </a:lnTo>
                <a:lnTo>
                  <a:pt x="58694" y="1704034"/>
                </a:lnTo>
                <a:lnTo>
                  <a:pt x="33901" y="1664097"/>
                </a:lnTo>
                <a:lnTo>
                  <a:pt x="15413" y="1620366"/>
                </a:lnTo>
                <a:lnTo>
                  <a:pt x="3860" y="1573469"/>
                </a:lnTo>
                <a:lnTo>
                  <a:pt x="-130" y="1524032"/>
                </a:lnTo>
                <a:lnTo>
                  <a:pt x="-130" y="304863"/>
                </a:lnTo>
                <a:close/>
              </a:path>
            </a:pathLst>
          </a:custGeom>
          <a:ln w="12699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414380" y="9150880"/>
            <a:ext cx="31584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95" b="1">
                <a:solidFill>
                  <a:srgbClr val="FFFFFF"/>
                </a:solidFill>
                <a:latin typeface="Calibri"/>
                <a:cs typeface="Calibri"/>
              </a:rPr>
              <a:t>Improved</a:t>
            </a:r>
            <a:r>
              <a:rPr dirty="0" sz="28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165" b="1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193791" y="6257258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-131" y="304919"/>
                </a:moveTo>
                <a:lnTo>
                  <a:pt x="3859" y="255495"/>
                </a:lnTo>
                <a:lnTo>
                  <a:pt x="15413" y="208605"/>
                </a:lnTo>
                <a:lnTo>
                  <a:pt x="33900" y="164877"/>
                </a:lnTo>
                <a:lnTo>
                  <a:pt x="58693" y="124940"/>
                </a:lnTo>
                <a:lnTo>
                  <a:pt x="89163" y="89422"/>
                </a:lnTo>
                <a:lnTo>
                  <a:pt x="124681" y="58952"/>
                </a:lnTo>
                <a:lnTo>
                  <a:pt x="164618" y="34159"/>
                </a:lnTo>
                <a:lnTo>
                  <a:pt x="208346" y="15672"/>
                </a:lnTo>
                <a:lnTo>
                  <a:pt x="255237" y="4118"/>
                </a:lnTo>
                <a:lnTo>
                  <a:pt x="304661" y="127"/>
                </a:lnTo>
                <a:lnTo>
                  <a:pt x="3352584" y="127"/>
                </a:lnTo>
                <a:lnTo>
                  <a:pt x="3402007" y="4118"/>
                </a:lnTo>
                <a:lnTo>
                  <a:pt x="3448898" y="15672"/>
                </a:lnTo>
                <a:lnTo>
                  <a:pt x="3492626" y="34159"/>
                </a:lnTo>
                <a:lnTo>
                  <a:pt x="3532563" y="58952"/>
                </a:lnTo>
                <a:lnTo>
                  <a:pt x="3568081" y="89422"/>
                </a:lnTo>
                <a:lnTo>
                  <a:pt x="3598551" y="124940"/>
                </a:lnTo>
                <a:lnTo>
                  <a:pt x="3623344" y="164877"/>
                </a:lnTo>
                <a:lnTo>
                  <a:pt x="3641831" y="208605"/>
                </a:lnTo>
                <a:lnTo>
                  <a:pt x="3653385" y="255495"/>
                </a:lnTo>
                <a:lnTo>
                  <a:pt x="3657376" y="304919"/>
                </a:lnTo>
                <a:lnTo>
                  <a:pt x="3657376" y="1524089"/>
                </a:lnTo>
                <a:lnTo>
                  <a:pt x="3653385" y="1573513"/>
                </a:lnTo>
                <a:lnTo>
                  <a:pt x="3641831" y="1620403"/>
                </a:lnTo>
                <a:lnTo>
                  <a:pt x="3623344" y="1664131"/>
                </a:lnTo>
                <a:lnTo>
                  <a:pt x="3598551" y="1704069"/>
                </a:lnTo>
                <a:lnTo>
                  <a:pt x="3568081" y="1739586"/>
                </a:lnTo>
                <a:lnTo>
                  <a:pt x="3532563" y="1770056"/>
                </a:lnTo>
                <a:lnTo>
                  <a:pt x="3492626" y="1794849"/>
                </a:lnTo>
                <a:lnTo>
                  <a:pt x="3448898" y="1813337"/>
                </a:lnTo>
                <a:lnTo>
                  <a:pt x="3402007" y="1824890"/>
                </a:lnTo>
                <a:lnTo>
                  <a:pt x="3352584" y="1828881"/>
                </a:lnTo>
                <a:lnTo>
                  <a:pt x="304661" y="1828881"/>
                </a:lnTo>
                <a:lnTo>
                  <a:pt x="255237" y="1824890"/>
                </a:lnTo>
                <a:lnTo>
                  <a:pt x="208346" y="1813337"/>
                </a:lnTo>
                <a:lnTo>
                  <a:pt x="164618" y="1794849"/>
                </a:lnTo>
                <a:lnTo>
                  <a:pt x="124681" y="1770056"/>
                </a:lnTo>
                <a:lnTo>
                  <a:pt x="89163" y="1739586"/>
                </a:lnTo>
                <a:lnTo>
                  <a:pt x="58693" y="1704069"/>
                </a:lnTo>
                <a:lnTo>
                  <a:pt x="33900" y="1664131"/>
                </a:lnTo>
                <a:lnTo>
                  <a:pt x="15413" y="1620403"/>
                </a:lnTo>
                <a:lnTo>
                  <a:pt x="3859" y="1573513"/>
                </a:lnTo>
                <a:lnTo>
                  <a:pt x="-131" y="1524089"/>
                </a:lnTo>
                <a:lnTo>
                  <a:pt x="-131" y="304919"/>
                </a:lnTo>
                <a:close/>
              </a:path>
            </a:pathLst>
          </a:custGeom>
          <a:ln w="12699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767685" y="6704871"/>
            <a:ext cx="2517775" cy="879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28625" marR="5080" indent="-416559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dirty="0" sz="2800" spc="120" b="1">
                <a:solidFill>
                  <a:srgbClr val="FFFFFF"/>
                </a:solidFill>
                <a:latin typeface="Calibri"/>
                <a:cs typeface="Calibri"/>
              </a:rPr>
              <a:t>Language Capability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74548" y="8492966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-14" y="304863"/>
                </a:moveTo>
                <a:lnTo>
                  <a:pt x="3974" y="255439"/>
                </a:lnTo>
                <a:lnTo>
                  <a:pt x="15523" y="208549"/>
                </a:lnTo>
                <a:lnTo>
                  <a:pt x="34005" y="164820"/>
                </a:lnTo>
                <a:lnTo>
                  <a:pt x="58792" y="124883"/>
                </a:lnTo>
                <a:lnTo>
                  <a:pt x="89257" y="89365"/>
                </a:lnTo>
                <a:lnTo>
                  <a:pt x="124773" y="58896"/>
                </a:lnTo>
                <a:lnTo>
                  <a:pt x="164711" y="34103"/>
                </a:lnTo>
                <a:lnTo>
                  <a:pt x="208445" y="15615"/>
                </a:lnTo>
                <a:lnTo>
                  <a:pt x="255347" y="4062"/>
                </a:lnTo>
                <a:lnTo>
                  <a:pt x="304790" y="71"/>
                </a:lnTo>
                <a:lnTo>
                  <a:pt x="3352700" y="71"/>
                </a:lnTo>
                <a:lnTo>
                  <a:pt x="3402124" y="4062"/>
                </a:lnTo>
                <a:lnTo>
                  <a:pt x="3449015" y="15615"/>
                </a:lnTo>
                <a:lnTo>
                  <a:pt x="3492743" y="34103"/>
                </a:lnTo>
                <a:lnTo>
                  <a:pt x="3532680" y="58896"/>
                </a:lnTo>
                <a:lnTo>
                  <a:pt x="3568198" y="89365"/>
                </a:lnTo>
                <a:lnTo>
                  <a:pt x="3598668" y="124883"/>
                </a:lnTo>
                <a:lnTo>
                  <a:pt x="3623461" y="164820"/>
                </a:lnTo>
                <a:lnTo>
                  <a:pt x="3641948" y="208549"/>
                </a:lnTo>
                <a:lnTo>
                  <a:pt x="3653502" y="255439"/>
                </a:lnTo>
                <a:lnTo>
                  <a:pt x="3657493" y="304863"/>
                </a:lnTo>
                <a:lnTo>
                  <a:pt x="3657493" y="1524032"/>
                </a:lnTo>
                <a:lnTo>
                  <a:pt x="3653502" y="1573468"/>
                </a:lnTo>
                <a:lnTo>
                  <a:pt x="3641948" y="1620366"/>
                </a:lnTo>
                <a:lnTo>
                  <a:pt x="3623461" y="1664097"/>
                </a:lnTo>
                <a:lnTo>
                  <a:pt x="3598668" y="1704034"/>
                </a:lnTo>
                <a:lnTo>
                  <a:pt x="3568198" y="1739549"/>
                </a:lnTo>
                <a:lnTo>
                  <a:pt x="3532680" y="1770014"/>
                </a:lnTo>
                <a:lnTo>
                  <a:pt x="3492743" y="1794802"/>
                </a:lnTo>
                <a:lnTo>
                  <a:pt x="3449015" y="1813285"/>
                </a:lnTo>
                <a:lnTo>
                  <a:pt x="3402124" y="1824835"/>
                </a:lnTo>
                <a:lnTo>
                  <a:pt x="3352700" y="1828824"/>
                </a:lnTo>
                <a:lnTo>
                  <a:pt x="304790" y="1828824"/>
                </a:lnTo>
                <a:lnTo>
                  <a:pt x="255347" y="1824835"/>
                </a:lnTo>
                <a:lnTo>
                  <a:pt x="208445" y="1813285"/>
                </a:lnTo>
                <a:lnTo>
                  <a:pt x="164711" y="1794802"/>
                </a:lnTo>
                <a:lnTo>
                  <a:pt x="124773" y="1770014"/>
                </a:lnTo>
                <a:lnTo>
                  <a:pt x="89257" y="1739549"/>
                </a:lnTo>
                <a:lnTo>
                  <a:pt x="58792" y="1704034"/>
                </a:lnTo>
                <a:lnTo>
                  <a:pt x="34005" y="1664097"/>
                </a:lnTo>
                <a:lnTo>
                  <a:pt x="15523" y="1620366"/>
                </a:lnTo>
                <a:lnTo>
                  <a:pt x="3974" y="1573468"/>
                </a:lnTo>
                <a:lnTo>
                  <a:pt x="-14" y="1524032"/>
                </a:lnTo>
                <a:lnTo>
                  <a:pt x="-14" y="304863"/>
                </a:lnTo>
                <a:close/>
              </a:path>
            </a:pathLst>
          </a:custGeom>
          <a:ln w="12699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128747" y="8941208"/>
            <a:ext cx="2553335" cy="878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657860">
              <a:lnSpc>
                <a:spcPct val="100000"/>
              </a:lnSpc>
              <a:spcBef>
                <a:spcPts val="95"/>
              </a:spcBef>
            </a:pPr>
            <a:r>
              <a:rPr dirty="0" sz="2800" spc="135" b="1">
                <a:solidFill>
                  <a:srgbClr val="FFFFFF"/>
                </a:solidFill>
                <a:latin typeface="Calibri"/>
                <a:cs typeface="Calibri"/>
              </a:rPr>
              <a:t>Central </a:t>
            </a:r>
            <a:r>
              <a:rPr dirty="0" sz="2800" spc="110" b="1">
                <a:solidFill>
                  <a:srgbClr val="FFFFFF"/>
                </a:solidFill>
                <a:latin typeface="Calibri"/>
                <a:cs typeface="Calibri"/>
              </a:rPr>
              <a:t>Documentation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0045954" y="1503648"/>
            <a:ext cx="9472295" cy="9242425"/>
            <a:chOff x="10045954" y="1503648"/>
            <a:chExt cx="9472295" cy="9242425"/>
          </a:xfrm>
        </p:grpSpPr>
        <p:sp>
          <p:nvSpPr>
            <p:cNvPr id="29" name="object 29"/>
            <p:cNvSpPr/>
            <p:nvPr/>
          </p:nvSpPr>
          <p:spPr>
            <a:xfrm>
              <a:off x="10052304" y="1509998"/>
              <a:ext cx="9459595" cy="9229725"/>
            </a:xfrm>
            <a:custGeom>
              <a:avLst/>
              <a:gdLst/>
              <a:ahLst/>
              <a:cxnLst/>
              <a:rect l="l" t="t" r="r" b="b"/>
              <a:pathLst>
                <a:path w="9459594" h="9229725">
                  <a:moveTo>
                    <a:pt x="9458974" y="247"/>
                  </a:moveTo>
                  <a:lnTo>
                    <a:pt x="-254" y="247"/>
                  </a:lnTo>
                  <a:lnTo>
                    <a:pt x="-254" y="9229358"/>
                  </a:lnTo>
                  <a:lnTo>
                    <a:pt x="9458974" y="9229358"/>
                  </a:lnTo>
                  <a:lnTo>
                    <a:pt x="9458974" y="2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0052304" y="1509998"/>
              <a:ext cx="9459595" cy="9229725"/>
            </a:xfrm>
            <a:custGeom>
              <a:avLst/>
              <a:gdLst/>
              <a:ahLst/>
              <a:cxnLst/>
              <a:rect l="l" t="t" r="r" b="b"/>
              <a:pathLst>
                <a:path w="9459594" h="9229725">
                  <a:moveTo>
                    <a:pt x="-254" y="9229358"/>
                  </a:moveTo>
                  <a:lnTo>
                    <a:pt x="9458974" y="9229358"/>
                  </a:lnTo>
                  <a:lnTo>
                    <a:pt x="9458974" y="247"/>
                  </a:lnTo>
                  <a:lnTo>
                    <a:pt x="-254" y="247"/>
                  </a:lnTo>
                  <a:lnTo>
                    <a:pt x="-254" y="9229358"/>
                  </a:lnTo>
                  <a:close/>
                </a:path>
              </a:pathLst>
            </a:custGeom>
            <a:ln w="12699">
              <a:solidFill>
                <a:srgbClr val="1A27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0299445" y="2818860"/>
            <a:ext cx="9034145" cy="692150"/>
          </a:xfrm>
          <a:prstGeom prst="rect">
            <a:avLst/>
          </a:prstGeom>
          <a:solidFill>
            <a:srgbClr val="001758"/>
          </a:solidFill>
        </p:spPr>
        <p:txBody>
          <a:bodyPr wrap="square" lIns="0" tIns="139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00"/>
              </a:spcBef>
            </a:pPr>
            <a:r>
              <a:rPr dirty="0" sz="2600" b="1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dirty="0" sz="2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600" spc="-20" b="1">
                <a:solidFill>
                  <a:srgbClr val="FFFFFF"/>
                </a:solidFill>
                <a:latin typeface="Arial"/>
                <a:cs typeface="Arial"/>
              </a:rPr>
              <a:t>LENS</a:t>
            </a:r>
            <a:endParaRPr sz="2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781183" y="4789048"/>
            <a:ext cx="1741805" cy="7289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 indent="8890">
              <a:lnSpc>
                <a:spcPct val="100499"/>
              </a:lnSpc>
              <a:spcBef>
                <a:spcPts val="90"/>
              </a:spcBef>
            </a:pPr>
            <a:r>
              <a:rPr dirty="0" sz="2300" spc="65">
                <a:solidFill>
                  <a:srgbClr val="001758"/>
                </a:solidFill>
                <a:latin typeface="Calibri"/>
                <a:cs typeface="Calibri"/>
              </a:rPr>
              <a:t>Demographic </a:t>
            </a:r>
            <a:r>
              <a:rPr dirty="0" sz="2300" spc="70">
                <a:solidFill>
                  <a:srgbClr val="001758"/>
                </a:solidFill>
                <a:latin typeface="Calibri"/>
                <a:cs typeface="Calibri"/>
              </a:rPr>
              <a:t>Field</a:t>
            </a:r>
            <a:r>
              <a:rPr dirty="0" sz="2300" spc="-35">
                <a:solidFill>
                  <a:srgbClr val="001758"/>
                </a:solidFill>
                <a:latin typeface="Calibri"/>
                <a:cs typeface="Calibri"/>
              </a:rPr>
              <a:t> </a:t>
            </a:r>
            <a:r>
              <a:rPr dirty="0" sz="2300" spc="85">
                <a:solidFill>
                  <a:srgbClr val="001758"/>
                </a:solidFill>
                <a:latin typeface="Calibri"/>
                <a:cs typeface="Calibri"/>
              </a:rPr>
              <a:t>Scanner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214922" y="4748790"/>
            <a:ext cx="1065530" cy="7289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 indent="79375">
              <a:lnSpc>
                <a:spcPct val="100400"/>
              </a:lnSpc>
              <a:spcBef>
                <a:spcPts val="90"/>
              </a:spcBef>
            </a:pPr>
            <a:r>
              <a:rPr dirty="0" sz="2300" spc="85">
                <a:solidFill>
                  <a:srgbClr val="001758"/>
                </a:solidFill>
                <a:latin typeface="Calibri"/>
                <a:cs typeface="Calibri"/>
              </a:rPr>
              <a:t>Gen</a:t>
            </a:r>
            <a:r>
              <a:rPr dirty="0" sz="2300" spc="-45">
                <a:solidFill>
                  <a:srgbClr val="001758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solidFill>
                  <a:srgbClr val="001758"/>
                </a:solidFill>
                <a:latin typeface="Calibri"/>
                <a:cs typeface="Calibri"/>
              </a:rPr>
              <a:t>AI </a:t>
            </a:r>
            <a:r>
              <a:rPr dirty="0" sz="2300" spc="75">
                <a:solidFill>
                  <a:srgbClr val="001758"/>
                </a:solidFill>
                <a:latin typeface="Calibri"/>
                <a:cs typeface="Calibri"/>
              </a:rPr>
              <a:t>Analysis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187754" y="7261117"/>
            <a:ext cx="1734820" cy="729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105"/>
              </a:spcBef>
            </a:pPr>
            <a:r>
              <a:rPr dirty="0" sz="2300" spc="40">
                <a:solidFill>
                  <a:srgbClr val="001758"/>
                </a:solidFill>
                <a:latin typeface="Calibri"/>
                <a:cs typeface="Calibri"/>
              </a:rPr>
              <a:t>Validation</a:t>
            </a:r>
            <a:endParaRPr sz="2300">
              <a:latin typeface="Calibri"/>
              <a:cs typeface="Calibri"/>
            </a:endParaRPr>
          </a:p>
          <a:p>
            <a:pPr algn="ctr" marR="5080">
              <a:lnSpc>
                <a:spcPct val="100000"/>
              </a:lnSpc>
              <a:spcBef>
                <a:spcPts val="15"/>
              </a:spcBef>
            </a:pPr>
            <a:r>
              <a:rPr dirty="0" sz="2300" spc="130">
                <a:solidFill>
                  <a:srgbClr val="001758"/>
                </a:solidFill>
                <a:latin typeface="Calibri"/>
                <a:cs typeface="Calibri"/>
              </a:rPr>
              <a:t>Code</a:t>
            </a:r>
            <a:r>
              <a:rPr dirty="0" sz="2300" spc="-25">
                <a:solidFill>
                  <a:srgbClr val="001758"/>
                </a:solidFill>
                <a:latin typeface="Calibri"/>
                <a:cs typeface="Calibri"/>
              </a:rPr>
              <a:t> </a:t>
            </a:r>
            <a:r>
              <a:rPr dirty="0" sz="2300" spc="95">
                <a:solidFill>
                  <a:srgbClr val="001758"/>
                </a:solidFill>
                <a:latin typeface="Calibri"/>
                <a:cs typeface="Calibri"/>
              </a:rPr>
              <a:t>Change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485363" y="9128473"/>
            <a:ext cx="2225040" cy="355600"/>
          </a:xfrm>
          <a:prstGeom prst="rect">
            <a:avLst/>
          </a:prstGeom>
          <a:solidFill>
            <a:srgbClr val="001F5F"/>
          </a:solidFill>
        </p:spPr>
        <p:txBody>
          <a:bodyPr wrap="square" lIns="0" tIns="0" rIns="0" bIns="0" rtlCol="0" vert="horz">
            <a:spAutoFit/>
          </a:bodyPr>
          <a:lstStyle/>
          <a:p>
            <a:pPr marL="469900">
              <a:lnSpc>
                <a:spcPts val="2605"/>
              </a:lnSpc>
            </a:pPr>
            <a:r>
              <a:rPr dirty="0" sz="2300" spc="7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dirty="0" sz="23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105">
                <a:solidFill>
                  <a:srgbClr val="FFFFFF"/>
                </a:solidFill>
                <a:latin typeface="Calibri"/>
                <a:cs typeface="Calibri"/>
              </a:rPr>
              <a:t>Lens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305288" y="6353270"/>
            <a:ext cx="2226945" cy="355600"/>
          </a:xfrm>
          <a:prstGeom prst="rect">
            <a:avLst/>
          </a:prstGeom>
          <a:solidFill>
            <a:srgbClr val="001F5F"/>
          </a:solidFill>
        </p:spPr>
        <p:txBody>
          <a:bodyPr wrap="square" lIns="0" tIns="0" rIns="0" bIns="0" rtlCol="0" vert="horz">
            <a:spAutoFit/>
          </a:bodyPr>
          <a:lstStyle/>
          <a:p>
            <a:pPr marL="381000">
              <a:lnSpc>
                <a:spcPts val="2600"/>
              </a:lnSpc>
            </a:pPr>
            <a:r>
              <a:rPr dirty="0" sz="2300">
                <a:solidFill>
                  <a:srgbClr val="FFFFFF"/>
                </a:solidFill>
                <a:latin typeface="Calibri"/>
                <a:cs typeface="Calibri"/>
              </a:rPr>
              <a:t>Match</a:t>
            </a:r>
            <a:r>
              <a:rPr dirty="0" sz="2300" spc="1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105">
                <a:solidFill>
                  <a:srgbClr val="FFFFFF"/>
                </a:solidFill>
                <a:latin typeface="Calibri"/>
                <a:cs typeface="Calibri"/>
              </a:rPr>
              <a:t>Lens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644371" y="6353270"/>
            <a:ext cx="2225040" cy="355600"/>
          </a:xfrm>
          <a:prstGeom prst="rect">
            <a:avLst/>
          </a:prstGeom>
          <a:solidFill>
            <a:srgbClr val="001F5F"/>
          </a:solidFill>
        </p:spPr>
        <p:txBody>
          <a:bodyPr wrap="square" lIns="0" tIns="0" rIns="0" bIns="0" rtlCol="0" vert="horz">
            <a:spAutoFit/>
          </a:bodyPr>
          <a:lstStyle/>
          <a:p>
            <a:pPr marL="389255">
              <a:lnSpc>
                <a:spcPts val="2600"/>
              </a:lnSpc>
            </a:pPr>
            <a:r>
              <a:rPr dirty="0" sz="2300" spc="8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3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55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6846295" y="6301454"/>
            <a:ext cx="2225040" cy="355600"/>
          </a:xfrm>
          <a:custGeom>
            <a:avLst/>
            <a:gdLst/>
            <a:ahLst/>
            <a:cxnLst/>
            <a:rect l="l" t="t" r="r" b="b"/>
            <a:pathLst>
              <a:path w="2225040" h="355600">
                <a:moveTo>
                  <a:pt x="2224558" y="126"/>
                </a:moveTo>
                <a:lnTo>
                  <a:pt x="-425" y="126"/>
                </a:lnTo>
                <a:lnTo>
                  <a:pt x="-425" y="355209"/>
                </a:lnTo>
                <a:lnTo>
                  <a:pt x="2224558" y="355209"/>
                </a:lnTo>
                <a:lnTo>
                  <a:pt x="2224558" y="126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7046144" y="6268180"/>
            <a:ext cx="183896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300" spc="7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r>
              <a:rPr dirty="0" sz="23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105">
                <a:solidFill>
                  <a:srgbClr val="FFFFFF"/>
                </a:solidFill>
                <a:latin typeface="Calibri"/>
                <a:cs typeface="Calibri"/>
              </a:rPr>
              <a:t>Lens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041123" y="9078182"/>
            <a:ext cx="2226945" cy="355600"/>
          </a:xfrm>
          <a:prstGeom prst="rect">
            <a:avLst/>
          </a:prstGeom>
          <a:solidFill>
            <a:srgbClr val="001F5F"/>
          </a:solidFill>
        </p:spPr>
        <p:txBody>
          <a:bodyPr wrap="square" lIns="0" tIns="0" rIns="0" bIns="0" rtlCol="0" vert="horz">
            <a:spAutoFit/>
          </a:bodyPr>
          <a:lstStyle/>
          <a:p>
            <a:pPr marL="146050">
              <a:lnSpc>
                <a:spcPts val="2610"/>
              </a:lnSpc>
            </a:pPr>
            <a:r>
              <a:rPr dirty="0" sz="2300">
                <a:solidFill>
                  <a:srgbClr val="FFFFFF"/>
                </a:solidFill>
                <a:latin typeface="Calibri"/>
                <a:cs typeface="Calibri"/>
              </a:rPr>
              <a:t>Validator</a:t>
            </a:r>
            <a:r>
              <a:rPr dirty="0" sz="2300" spc="3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418569" y="5500592"/>
            <a:ext cx="0" cy="853440"/>
          </a:xfrm>
          <a:custGeom>
            <a:avLst/>
            <a:gdLst/>
            <a:ahLst/>
            <a:cxnLst/>
            <a:rect l="l" t="t" r="r" b="b"/>
            <a:pathLst>
              <a:path w="0" h="853439">
                <a:moveTo>
                  <a:pt x="-288" y="853438"/>
                </a:moveTo>
                <a:lnTo>
                  <a:pt x="-288" y="146"/>
                </a:lnTo>
              </a:path>
            </a:pathLst>
          </a:custGeom>
          <a:ln w="25399">
            <a:solidFill>
              <a:srgbClr val="006EC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15742268" y="7223652"/>
            <a:ext cx="1725930" cy="7296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300" spc="65">
                <a:solidFill>
                  <a:srgbClr val="001758"/>
                </a:solidFill>
                <a:latin typeface="Calibri"/>
                <a:cs typeface="Calibri"/>
              </a:rPr>
              <a:t>Demographic</a:t>
            </a:r>
            <a:endParaRPr sz="2300">
              <a:latin typeface="Calibri"/>
              <a:cs typeface="Calibri"/>
            </a:endParaRPr>
          </a:p>
          <a:p>
            <a:pPr marL="53340">
              <a:lnSpc>
                <a:spcPct val="100000"/>
              </a:lnSpc>
              <a:spcBef>
                <a:spcPts val="15"/>
              </a:spcBef>
            </a:pPr>
            <a:r>
              <a:rPr dirty="0" sz="2300" spc="70">
                <a:solidFill>
                  <a:srgbClr val="001758"/>
                </a:solidFill>
                <a:latin typeface="Calibri"/>
                <a:cs typeface="Calibri"/>
              </a:rPr>
              <a:t>Field</a:t>
            </a:r>
            <a:r>
              <a:rPr dirty="0" sz="2300" spc="-35">
                <a:solidFill>
                  <a:srgbClr val="001758"/>
                </a:solidFill>
                <a:latin typeface="Calibri"/>
                <a:cs typeface="Calibri"/>
              </a:rPr>
              <a:t> </a:t>
            </a:r>
            <a:r>
              <a:rPr dirty="0" sz="2300" spc="40">
                <a:solidFill>
                  <a:srgbClr val="001758"/>
                </a:solidFill>
                <a:latin typeface="Calibri"/>
                <a:cs typeface="Calibri"/>
              </a:rPr>
              <a:t>Finding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1380469" y="3504152"/>
            <a:ext cx="6369050" cy="5635625"/>
            <a:chOff x="11380469" y="3504152"/>
            <a:chExt cx="6369050" cy="5635625"/>
          </a:xfrm>
        </p:grpSpPr>
        <p:sp>
          <p:nvSpPr>
            <p:cNvPr id="44" name="object 44"/>
            <p:cNvSpPr/>
            <p:nvPr/>
          </p:nvSpPr>
          <p:spPr>
            <a:xfrm>
              <a:off x="13050443" y="3978301"/>
              <a:ext cx="3404870" cy="5161280"/>
            </a:xfrm>
            <a:custGeom>
              <a:avLst/>
              <a:gdLst/>
              <a:ahLst/>
              <a:cxnLst/>
              <a:rect l="l" t="t" r="r" b="b"/>
              <a:pathLst>
                <a:path w="3404869" h="5161280">
                  <a:moveTo>
                    <a:pt x="3345095" y="3255689"/>
                  </a:moveTo>
                  <a:lnTo>
                    <a:pt x="3345095" y="0"/>
                  </a:lnTo>
                </a:path>
                <a:path w="3404869" h="5161280">
                  <a:moveTo>
                    <a:pt x="3404529" y="5161276"/>
                  </a:moveTo>
                  <a:lnTo>
                    <a:pt x="3404529" y="3939440"/>
                  </a:lnTo>
                </a:path>
                <a:path w="3404869" h="5161280">
                  <a:moveTo>
                    <a:pt x="0" y="4027830"/>
                  </a:moveTo>
                  <a:lnTo>
                    <a:pt x="0" y="5100953"/>
                  </a:lnTo>
                </a:path>
              </a:pathLst>
            </a:custGeom>
            <a:ln w="25399">
              <a:solidFill>
                <a:srgbClr val="006E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1380178" y="3504355"/>
              <a:ext cx="6369050" cy="3813810"/>
            </a:xfrm>
            <a:custGeom>
              <a:avLst/>
              <a:gdLst/>
              <a:ahLst/>
              <a:cxnLst/>
              <a:rect l="l" t="t" r="r" b="b"/>
              <a:pathLst>
                <a:path w="6369050" h="3813809">
                  <a:moveTo>
                    <a:pt x="76200" y="103632"/>
                  </a:moveTo>
                  <a:lnTo>
                    <a:pt x="69850" y="90932"/>
                  </a:lnTo>
                  <a:lnTo>
                    <a:pt x="38100" y="27432"/>
                  </a:lnTo>
                  <a:lnTo>
                    <a:pt x="0" y="103632"/>
                  </a:lnTo>
                  <a:lnTo>
                    <a:pt x="25400" y="103632"/>
                  </a:lnTo>
                  <a:lnTo>
                    <a:pt x="25400" y="1305267"/>
                  </a:lnTo>
                  <a:lnTo>
                    <a:pt x="50800" y="1305267"/>
                  </a:lnTo>
                  <a:lnTo>
                    <a:pt x="50800" y="103632"/>
                  </a:lnTo>
                  <a:lnTo>
                    <a:pt x="76200" y="103632"/>
                  </a:lnTo>
                  <a:close/>
                </a:path>
                <a:path w="6369050" h="3813809">
                  <a:moveTo>
                    <a:pt x="1665693" y="161544"/>
                  </a:moveTo>
                  <a:lnTo>
                    <a:pt x="1659343" y="148844"/>
                  </a:lnTo>
                  <a:lnTo>
                    <a:pt x="1627593" y="85344"/>
                  </a:lnTo>
                  <a:lnTo>
                    <a:pt x="1589493" y="161544"/>
                  </a:lnTo>
                  <a:lnTo>
                    <a:pt x="1614893" y="161544"/>
                  </a:lnTo>
                  <a:lnTo>
                    <a:pt x="1614893" y="3813581"/>
                  </a:lnTo>
                  <a:lnTo>
                    <a:pt x="1640293" y="3813581"/>
                  </a:lnTo>
                  <a:lnTo>
                    <a:pt x="1640293" y="161544"/>
                  </a:lnTo>
                  <a:lnTo>
                    <a:pt x="1665693" y="161544"/>
                  </a:lnTo>
                  <a:close/>
                </a:path>
                <a:path w="6369050" h="3813809">
                  <a:moveTo>
                    <a:pt x="3343567" y="161544"/>
                  </a:moveTo>
                  <a:lnTo>
                    <a:pt x="3337217" y="148844"/>
                  </a:lnTo>
                  <a:lnTo>
                    <a:pt x="3305467" y="85344"/>
                  </a:lnTo>
                  <a:lnTo>
                    <a:pt x="3267367" y="161544"/>
                  </a:lnTo>
                  <a:lnTo>
                    <a:pt x="3292767" y="161544"/>
                  </a:lnTo>
                  <a:lnTo>
                    <a:pt x="3292767" y="1363179"/>
                  </a:lnTo>
                  <a:lnTo>
                    <a:pt x="3318167" y="1363179"/>
                  </a:lnTo>
                  <a:lnTo>
                    <a:pt x="3318167" y="161544"/>
                  </a:lnTo>
                  <a:lnTo>
                    <a:pt x="3343567" y="161544"/>
                  </a:lnTo>
                  <a:close/>
                </a:path>
                <a:path w="6369050" h="3813809">
                  <a:moveTo>
                    <a:pt x="5053457" y="76200"/>
                  </a:moveTo>
                  <a:lnTo>
                    <a:pt x="5047107" y="63500"/>
                  </a:lnTo>
                  <a:lnTo>
                    <a:pt x="5015357" y="0"/>
                  </a:lnTo>
                  <a:lnTo>
                    <a:pt x="4977257" y="76200"/>
                  </a:lnTo>
                  <a:lnTo>
                    <a:pt x="5002657" y="76200"/>
                  </a:lnTo>
                  <a:lnTo>
                    <a:pt x="5002657" y="3728250"/>
                  </a:lnTo>
                  <a:lnTo>
                    <a:pt x="5028057" y="3728250"/>
                  </a:lnTo>
                  <a:lnTo>
                    <a:pt x="5028057" y="76200"/>
                  </a:lnTo>
                  <a:lnTo>
                    <a:pt x="5053457" y="76200"/>
                  </a:lnTo>
                  <a:close/>
                </a:path>
                <a:path w="6369050" h="3813809">
                  <a:moveTo>
                    <a:pt x="6368631" y="76200"/>
                  </a:moveTo>
                  <a:lnTo>
                    <a:pt x="6362281" y="63500"/>
                  </a:lnTo>
                  <a:lnTo>
                    <a:pt x="6330531" y="0"/>
                  </a:lnTo>
                  <a:lnTo>
                    <a:pt x="6292431" y="76200"/>
                  </a:lnTo>
                  <a:lnTo>
                    <a:pt x="6317831" y="76200"/>
                  </a:lnTo>
                  <a:lnTo>
                    <a:pt x="6317831" y="1277835"/>
                  </a:lnTo>
                  <a:lnTo>
                    <a:pt x="6343231" y="1277835"/>
                  </a:lnTo>
                  <a:lnTo>
                    <a:pt x="6343231" y="76200"/>
                  </a:lnTo>
                  <a:lnTo>
                    <a:pt x="6368631" y="76200"/>
                  </a:lnTo>
                  <a:close/>
                </a:path>
              </a:pathLst>
            </a:custGeom>
            <a:solidFill>
              <a:srgbClr val="006E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4702418" y="5493119"/>
              <a:ext cx="3008630" cy="854075"/>
            </a:xfrm>
            <a:custGeom>
              <a:avLst/>
              <a:gdLst/>
              <a:ahLst/>
              <a:cxnLst/>
              <a:rect l="l" t="t" r="r" b="b"/>
              <a:pathLst>
                <a:path w="3008630" h="854075">
                  <a:moveTo>
                    <a:pt x="0" y="853545"/>
                  </a:moveTo>
                  <a:lnTo>
                    <a:pt x="0" y="0"/>
                  </a:lnTo>
                </a:path>
                <a:path w="3008630" h="854075">
                  <a:moveTo>
                    <a:pt x="3008299" y="853545"/>
                  </a:moveTo>
                  <a:lnTo>
                    <a:pt x="3008299" y="0"/>
                  </a:lnTo>
                </a:path>
              </a:pathLst>
            </a:custGeom>
            <a:ln w="25399">
              <a:solidFill>
                <a:srgbClr val="006E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10466313" y="4750568"/>
            <a:ext cx="1865630" cy="7289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R="5080" indent="380365">
              <a:lnSpc>
                <a:spcPct val="100400"/>
              </a:lnSpc>
              <a:spcBef>
                <a:spcPts val="90"/>
              </a:spcBef>
            </a:pPr>
            <a:r>
              <a:rPr dirty="0" sz="2300" spc="-10">
                <a:solidFill>
                  <a:srgbClr val="001758"/>
                </a:solidFill>
                <a:latin typeface="Calibri"/>
                <a:cs typeface="Calibri"/>
              </a:rPr>
              <a:t>Mapping </a:t>
            </a:r>
            <a:r>
              <a:rPr dirty="0" sz="2300" spc="75">
                <a:solidFill>
                  <a:srgbClr val="001758"/>
                </a:solidFill>
                <a:latin typeface="Calibri"/>
                <a:cs typeface="Calibri"/>
              </a:rPr>
              <a:t>Demographics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968722"/>
            <a:ext cx="10378440" cy="6605270"/>
          </a:xfrm>
          <a:custGeom>
            <a:avLst/>
            <a:gdLst/>
            <a:ahLst/>
            <a:cxnLst/>
            <a:rect l="l" t="t" r="r" b="b"/>
            <a:pathLst>
              <a:path w="10378440" h="6605270">
                <a:moveTo>
                  <a:pt x="10378177" y="236"/>
                </a:moveTo>
                <a:lnTo>
                  <a:pt x="0" y="236"/>
                </a:lnTo>
                <a:lnTo>
                  <a:pt x="0" y="6605085"/>
                </a:lnTo>
                <a:lnTo>
                  <a:pt x="10378177" y="6605085"/>
                </a:lnTo>
                <a:lnTo>
                  <a:pt x="10378177" y="236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0535" y="377635"/>
            <a:ext cx="1283878" cy="11633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631168" y="1500854"/>
            <a:ext cx="6774180" cy="5440680"/>
            <a:chOff x="11631168" y="1500854"/>
            <a:chExt cx="6774180" cy="5440680"/>
          </a:xfrm>
        </p:grpSpPr>
        <p:sp>
          <p:nvSpPr>
            <p:cNvPr id="5" name="object 5"/>
            <p:cNvSpPr/>
            <p:nvPr/>
          </p:nvSpPr>
          <p:spPr>
            <a:xfrm>
              <a:off x="11631168" y="1500854"/>
              <a:ext cx="6774180" cy="4095115"/>
            </a:xfrm>
            <a:custGeom>
              <a:avLst/>
              <a:gdLst/>
              <a:ahLst/>
              <a:cxnLst/>
              <a:rect l="l" t="t" r="r" b="b"/>
              <a:pathLst>
                <a:path w="6774180" h="4095115">
                  <a:moveTo>
                    <a:pt x="6464985" y="247"/>
                  </a:moveTo>
                  <a:lnTo>
                    <a:pt x="308435" y="247"/>
                  </a:lnTo>
                  <a:lnTo>
                    <a:pt x="262830" y="3597"/>
                  </a:lnTo>
                  <a:lnTo>
                    <a:pt x="219298" y="13325"/>
                  </a:lnTo>
                  <a:lnTo>
                    <a:pt x="178316" y="28954"/>
                  </a:lnTo>
                  <a:lnTo>
                    <a:pt x="140362" y="50005"/>
                  </a:lnTo>
                  <a:lnTo>
                    <a:pt x="105917" y="75999"/>
                  </a:lnTo>
                  <a:lnTo>
                    <a:pt x="75458" y="106459"/>
                  </a:lnTo>
                  <a:lnTo>
                    <a:pt x="49463" y="140904"/>
                  </a:lnTo>
                  <a:lnTo>
                    <a:pt x="28412" y="178857"/>
                  </a:lnTo>
                  <a:lnTo>
                    <a:pt x="12783" y="219840"/>
                  </a:lnTo>
                  <a:lnTo>
                    <a:pt x="3055" y="263372"/>
                  </a:lnTo>
                  <a:lnTo>
                    <a:pt x="-293" y="308977"/>
                  </a:lnTo>
                  <a:lnTo>
                    <a:pt x="-293" y="4095132"/>
                  </a:lnTo>
                  <a:lnTo>
                    <a:pt x="6773714" y="4095132"/>
                  </a:lnTo>
                  <a:lnTo>
                    <a:pt x="6773714" y="3800118"/>
                  </a:lnTo>
                  <a:lnTo>
                    <a:pt x="285448" y="3800118"/>
                  </a:lnTo>
                  <a:lnTo>
                    <a:pt x="285448" y="320533"/>
                  </a:lnTo>
                  <a:lnTo>
                    <a:pt x="6773714" y="320533"/>
                  </a:lnTo>
                  <a:lnTo>
                    <a:pt x="6773714" y="308977"/>
                  </a:lnTo>
                  <a:lnTo>
                    <a:pt x="6770365" y="263372"/>
                  </a:lnTo>
                  <a:lnTo>
                    <a:pt x="6760637" y="219840"/>
                  </a:lnTo>
                  <a:lnTo>
                    <a:pt x="6745008" y="178857"/>
                  </a:lnTo>
                  <a:lnTo>
                    <a:pt x="6723957" y="140904"/>
                  </a:lnTo>
                  <a:lnTo>
                    <a:pt x="6697962" y="106459"/>
                  </a:lnTo>
                  <a:lnTo>
                    <a:pt x="6667503" y="75999"/>
                  </a:lnTo>
                  <a:lnTo>
                    <a:pt x="6633058" y="50005"/>
                  </a:lnTo>
                  <a:lnTo>
                    <a:pt x="6595104" y="28954"/>
                  </a:lnTo>
                  <a:lnTo>
                    <a:pt x="6554122" y="13325"/>
                  </a:lnTo>
                  <a:lnTo>
                    <a:pt x="6510590" y="3597"/>
                  </a:lnTo>
                  <a:lnTo>
                    <a:pt x="6464985" y="247"/>
                  </a:lnTo>
                  <a:close/>
                </a:path>
                <a:path w="6774180" h="4095115">
                  <a:moveTo>
                    <a:pt x="6773714" y="320533"/>
                  </a:moveTo>
                  <a:lnTo>
                    <a:pt x="6478828" y="320533"/>
                  </a:lnTo>
                  <a:lnTo>
                    <a:pt x="6478828" y="3800118"/>
                  </a:lnTo>
                  <a:lnTo>
                    <a:pt x="6773714" y="3800118"/>
                  </a:lnTo>
                  <a:lnTo>
                    <a:pt x="6773714" y="3205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631168" y="5597366"/>
              <a:ext cx="6774180" cy="631190"/>
            </a:xfrm>
            <a:custGeom>
              <a:avLst/>
              <a:gdLst/>
              <a:ahLst/>
              <a:cxnLst/>
              <a:rect l="l" t="t" r="r" b="b"/>
              <a:pathLst>
                <a:path w="6774180" h="631189">
                  <a:moveTo>
                    <a:pt x="6773714" y="144"/>
                  </a:moveTo>
                  <a:lnTo>
                    <a:pt x="-293" y="144"/>
                  </a:lnTo>
                  <a:lnTo>
                    <a:pt x="-293" y="322462"/>
                  </a:lnTo>
                  <a:lnTo>
                    <a:pt x="3055" y="368063"/>
                  </a:lnTo>
                  <a:lnTo>
                    <a:pt x="12783" y="411588"/>
                  </a:lnTo>
                  <a:lnTo>
                    <a:pt x="28412" y="452558"/>
                  </a:lnTo>
                  <a:lnTo>
                    <a:pt x="49463" y="490496"/>
                  </a:lnTo>
                  <a:lnTo>
                    <a:pt x="75458" y="524925"/>
                  </a:lnTo>
                  <a:lnTo>
                    <a:pt x="105917" y="555367"/>
                  </a:lnTo>
                  <a:lnTo>
                    <a:pt x="140362" y="581345"/>
                  </a:lnTo>
                  <a:lnTo>
                    <a:pt x="178316" y="602381"/>
                  </a:lnTo>
                  <a:lnTo>
                    <a:pt x="219298" y="617997"/>
                  </a:lnTo>
                  <a:lnTo>
                    <a:pt x="262830" y="627718"/>
                  </a:lnTo>
                  <a:lnTo>
                    <a:pt x="308435" y="631064"/>
                  </a:lnTo>
                  <a:lnTo>
                    <a:pt x="6464985" y="631064"/>
                  </a:lnTo>
                  <a:lnTo>
                    <a:pt x="6510590" y="627718"/>
                  </a:lnTo>
                  <a:lnTo>
                    <a:pt x="6554122" y="617997"/>
                  </a:lnTo>
                  <a:lnTo>
                    <a:pt x="6595104" y="602381"/>
                  </a:lnTo>
                  <a:lnTo>
                    <a:pt x="6633058" y="581345"/>
                  </a:lnTo>
                  <a:lnTo>
                    <a:pt x="6667503" y="555367"/>
                  </a:lnTo>
                  <a:lnTo>
                    <a:pt x="6697962" y="524925"/>
                  </a:lnTo>
                  <a:lnTo>
                    <a:pt x="6723957" y="490496"/>
                  </a:lnTo>
                  <a:lnTo>
                    <a:pt x="6745008" y="452558"/>
                  </a:lnTo>
                  <a:lnTo>
                    <a:pt x="6760637" y="411588"/>
                  </a:lnTo>
                  <a:lnTo>
                    <a:pt x="6770365" y="368063"/>
                  </a:lnTo>
                  <a:lnTo>
                    <a:pt x="6773714" y="322462"/>
                  </a:lnTo>
                  <a:lnTo>
                    <a:pt x="6773714" y="144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839678" y="6228302"/>
              <a:ext cx="2354580" cy="713740"/>
            </a:xfrm>
            <a:custGeom>
              <a:avLst/>
              <a:gdLst/>
              <a:ahLst/>
              <a:cxnLst/>
              <a:rect l="l" t="t" r="r" b="b"/>
              <a:pathLst>
                <a:path w="2354580" h="713740">
                  <a:moveTo>
                    <a:pt x="1947292" y="128"/>
                  </a:moveTo>
                  <a:lnTo>
                    <a:pt x="1136418" y="128"/>
                  </a:lnTo>
                  <a:lnTo>
                    <a:pt x="406059" y="128"/>
                  </a:lnTo>
                  <a:lnTo>
                    <a:pt x="402285" y="54889"/>
                  </a:lnTo>
                  <a:lnTo>
                    <a:pt x="392248" y="185908"/>
                  </a:lnTo>
                  <a:lnTo>
                    <a:pt x="377878" y="343287"/>
                  </a:lnTo>
                  <a:lnTo>
                    <a:pt x="361102" y="477128"/>
                  </a:lnTo>
                  <a:lnTo>
                    <a:pt x="346963" y="530957"/>
                  </a:lnTo>
                  <a:lnTo>
                    <a:pt x="325557" y="573085"/>
                  </a:lnTo>
                  <a:lnTo>
                    <a:pt x="298215" y="605059"/>
                  </a:lnTo>
                  <a:lnTo>
                    <a:pt x="266264" y="628428"/>
                  </a:lnTo>
                  <a:lnTo>
                    <a:pt x="231032" y="644740"/>
                  </a:lnTo>
                  <a:lnTo>
                    <a:pt x="193848" y="655542"/>
                  </a:lnTo>
                  <a:lnTo>
                    <a:pt x="156039" y="662384"/>
                  </a:lnTo>
                  <a:lnTo>
                    <a:pt x="83861" y="670379"/>
                  </a:lnTo>
                  <a:lnTo>
                    <a:pt x="52147" y="674628"/>
                  </a:lnTo>
                  <a:lnTo>
                    <a:pt x="25123" y="681110"/>
                  </a:lnTo>
                  <a:lnTo>
                    <a:pt x="4114" y="691371"/>
                  </a:lnTo>
                  <a:lnTo>
                    <a:pt x="-349" y="697751"/>
                  </a:lnTo>
                  <a:lnTo>
                    <a:pt x="-266" y="704976"/>
                  </a:lnTo>
                  <a:lnTo>
                    <a:pt x="3722" y="710891"/>
                  </a:lnTo>
                  <a:lnTo>
                    <a:pt x="10972" y="713342"/>
                  </a:lnTo>
                  <a:lnTo>
                    <a:pt x="2342379" y="713342"/>
                  </a:lnTo>
                  <a:lnTo>
                    <a:pt x="2349630" y="710891"/>
                  </a:lnTo>
                  <a:lnTo>
                    <a:pt x="2353619" y="704976"/>
                  </a:lnTo>
                  <a:lnTo>
                    <a:pt x="2353702" y="697751"/>
                  </a:lnTo>
                  <a:lnTo>
                    <a:pt x="2349237" y="691371"/>
                  </a:lnTo>
                  <a:lnTo>
                    <a:pt x="2328229" y="681110"/>
                  </a:lnTo>
                  <a:lnTo>
                    <a:pt x="2301204" y="674628"/>
                  </a:lnTo>
                  <a:lnTo>
                    <a:pt x="2269491" y="670379"/>
                  </a:lnTo>
                  <a:lnTo>
                    <a:pt x="2234418" y="666814"/>
                  </a:lnTo>
                  <a:lnTo>
                    <a:pt x="2197313" y="662384"/>
                  </a:lnTo>
                  <a:lnTo>
                    <a:pt x="2159504" y="655542"/>
                  </a:lnTo>
                  <a:lnTo>
                    <a:pt x="2122320" y="644740"/>
                  </a:lnTo>
                  <a:lnTo>
                    <a:pt x="2087088" y="628428"/>
                  </a:lnTo>
                  <a:lnTo>
                    <a:pt x="2055136" y="605059"/>
                  </a:lnTo>
                  <a:lnTo>
                    <a:pt x="2027794" y="573085"/>
                  </a:lnTo>
                  <a:lnTo>
                    <a:pt x="2006389" y="530957"/>
                  </a:lnTo>
                  <a:lnTo>
                    <a:pt x="1992249" y="477128"/>
                  </a:lnTo>
                  <a:lnTo>
                    <a:pt x="1975474" y="343287"/>
                  </a:lnTo>
                  <a:lnTo>
                    <a:pt x="1961103" y="185908"/>
                  </a:lnTo>
                  <a:lnTo>
                    <a:pt x="1951067" y="54889"/>
                  </a:lnTo>
                  <a:lnTo>
                    <a:pt x="1947292" y="128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16156" y="1821134"/>
              <a:ext cx="6195059" cy="347905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985475" y="7357178"/>
            <a:ext cx="8402320" cy="1304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135">
                <a:solidFill>
                  <a:srgbClr val="0C0D12"/>
                </a:solidFill>
                <a:latin typeface="Calibri"/>
                <a:cs typeface="Calibri"/>
              </a:rPr>
              <a:t>Is</a:t>
            </a:r>
            <a:r>
              <a:rPr dirty="0" sz="2800" spc="1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95">
                <a:solidFill>
                  <a:srgbClr val="0C0D12"/>
                </a:solidFill>
                <a:latin typeface="Calibri"/>
                <a:cs typeface="Calibri"/>
              </a:rPr>
              <a:t>an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50">
                <a:solidFill>
                  <a:srgbClr val="0C0D12"/>
                </a:solidFill>
                <a:latin typeface="Calibri"/>
                <a:cs typeface="Calibri"/>
              </a:rPr>
              <a:t>enterprise-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grade</a:t>
            </a:r>
            <a:r>
              <a:rPr dirty="0" sz="2800" spc="3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75">
                <a:solidFill>
                  <a:srgbClr val="0C0D12"/>
                </a:solidFill>
                <a:latin typeface="Calibri"/>
                <a:cs typeface="Calibri"/>
              </a:rPr>
              <a:t>application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65">
                <a:solidFill>
                  <a:srgbClr val="0C0D12"/>
                </a:solidFill>
                <a:latin typeface="Calibri"/>
                <a:cs typeface="Calibri"/>
              </a:rPr>
              <a:t>intelligence</a:t>
            </a:r>
            <a:r>
              <a:rPr dirty="0" sz="2800" spc="1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0C0D12"/>
                </a:solidFill>
                <a:latin typeface="Calibri"/>
                <a:cs typeface="Calibri"/>
              </a:rPr>
              <a:t>platform 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built</a:t>
            </a:r>
            <a:r>
              <a:rPr dirty="0" sz="2800" spc="-2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to</a:t>
            </a:r>
            <a:r>
              <a:rPr dirty="0" sz="2800" spc="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75">
                <a:solidFill>
                  <a:srgbClr val="0C0D12"/>
                </a:solidFill>
                <a:latin typeface="Calibri"/>
                <a:cs typeface="Calibri"/>
              </a:rPr>
              <a:t>analyze,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70">
                <a:solidFill>
                  <a:srgbClr val="0C0D12"/>
                </a:solidFill>
                <a:latin typeface="Calibri"/>
                <a:cs typeface="Calibri"/>
              </a:rPr>
              <a:t>understand,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100">
                <a:solidFill>
                  <a:srgbClr val="0C0D12"/>
                </a:solidFill>
                <a:latin typeface="Calibri"/>
                <a:cs typeface="Calibri"/>
              </a:rPr>
              <a:t>and</a:t>
            </a:r>
            <a:r>
              <a:rPr dirty="0" sz="2800" spc="-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55">
                <a:solidFill>
                  <a:srgbClr val="0C0D12"/>
                </a:solidFill>
                <a:latin typeface="Calibri"/>
                <a:cs typeface="Calibri"/>
              </a:rPr>
              <a:t>modernize</a:t>
            </a:r>
            <a:r>
              <a:rPr dirty="0" sz="2800" spc="-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85">
                <a:solidFill>
                  <a:srgbClr val="0C0D12"/>
                </a:solidFill>
                <a:latin typeface="Calibri"/>
                <a:cs typeface="Calibri"/>
              </a:rPr>
              <a:t>complex, </a:t>
            </a:r>
            <a:r>
              <a:rPr dirty="0" sz="2800" spc="60">
                <a:solidFill>
                  <a:srgbClr val="0C0D12"/>
                </a:solidFill>
                <a:latin typeface="Calibri"/>
                <a:cs typeface="Calibri"/>
              </a:rPr>
              <a:t>multi-</a:t>
            </a:r>
            <a:r>
              <a:rPr dirty="0" sz="2800" spc="80">
                <a:solidFill>
                  <a:srgbClr val="0C0D12"/>
                </a:solidFill>
                <a:latin typeface="Calibri"/>
                <a:cs typeface="Calibri"/>
              </a:rPr>
              <a:t>language</a:t>
            </a:r>
            <a:r>
              <a:rPr dirty="0" sz="2800" spc="-2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45">
                <a:solidFill>
                  <a:srgbClr val="0C0D12"/>
                </a:solidFill>
                <a:latin typeface="Calibri"/>
                <a:cs typeface="Calibri"/>
              </a:rPr>
              <a:t>software</a:t>
            </a:r>
            <a:r>
              <a:rPr dirty="0" sz="2800" spc="-2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100">
                <a:solidFill>
                  <a:srgbClr val="0C0D12"/>
                </a:solidFill>
                <a:latin typeface="Calibri"/>
                <a:cs typeface="Calibri"/>
              </a:rPr>
              <a:t>systems.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3173" rIns="0" bIns="0" rtlCol="0" vert="horz">
            <a:spAutoFit/>
          </a:bodyPr>
          <a:lstStyle/>
          <a:p>
            <a:pPr marL="400050">
              <a:lnSpc>
                <a:spcPct val="100000"/>
              </a:lnSpc>
              <a:spcBef>
                <a:spcPts val="100"/>
              </a:spcBef>
            </a:pPr>
            <a:r>
              <a:rPr dirty="0" sz="3300" spc="110">
                <a:solidFill>
                  <a:srgbClr val="213A4F"/>
                </a:solidFill>
              </a:rPr>
              <a:t>What</a:t>
            </a:r>
            <a:r>
              <a:rPr dirty="0" sz="3300" spc="-30">
                <a:solidFill>
                  <a:srgbClr val="213A4F"/>
                </a:solidFill>
              </a:rPr>
              <a:t> </a:t>
            </a:r>
            <a:r>
              <a:rPr dirty="0" sz="3300">
                <a:solidFill>
                  <a:srgbClr val="213A4F"/>
                </a:solidFill>
              </a:rPr>
              <a:t>It</a:t>
            </a:r>
            <a:r>
              <a:rPr dirty="0" sz="3300" spc="-5">
                <a:solidFill>
                  <a:srgbClr val="213A4F"/>
                </a:solidFill>
              </a:rPr>
              <a:t> </a:t>
            </a:r>
            <a:r>
              <a:rPr dirty="0" sz="3300" spc="200">
                <a:solidFill>
                  <a:srgbClr val="213A4F"/>
                </a:solidFill>
              </a:rPr>
              <a:t>Does</a:t>
            </a:r>
            <a:endParaRPr sz="3300"/>
          </a:p>
        </p:txBody>
      </p:sp>
      <p:sp>
        <p:nvSpPr>
          <p:cNvPr id="11" name="object 11"/>
          <p:cNvSpPr txBox="1"/>
          <p:nvPr/>
        </p:nvSpPr>
        <p:spPr>
          <a:xfrm>
            <a:off x="10712686" y="6416639"/>
            <a:ext cx="277495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315" b="1">
                <a:solidFill>
                  <a:srgbClr val="121329"/>
                </a:solidFill>
                <a:latin typeface="Calibri"/>
                <a:cs typeface="Calibri"/>
              </a:rPr>
              <a:t>CODE</a:t>
            </a:r>
            <a:r>
              <a:rPr dirty="0" sz="3300" spc="-75" b="1">
                <a:solidFill>
                  <a:srgbClr val="121329"/>
                </a:solidFill>
                <a:latin typeface="Calibri"/>
                <a:cs typeface="Calibri"/>
              </a:rPr>
              <a:t> </a:t>
            </a:r>
            <a:r>
              <a:rPr dirty="0" sz="3300" spc="280" b="1">
                <a:solidFill>
                  <a:srgbClr val="121329"/>
                </a:solidFill>
                <a:latin typeface="Calibri"/>
                <a:cs typeface="Calibri"/>
              </a:rPr>
              <a:t>LENS</a:t>
            </a:r>
            <a:r>
              <a:rPr dirty="0" sz="3300" spc="-70" b="1">
                <a:solidFill>
                  <a:srgbClr val="121329"/>
                </a:solidFill>
                <a:latin typeface="Calibri"/>
                <a:cs typeface="Calibri"/>
              </a:rPr>
              <a:t> </a:t>
            </a:r>
            <a:r>
              <a:rPr dirty="0" sz="3300" spc="30" b="1">
                <a:solidFill>
                  <a:srgbClr val="121329"/>
                </a:solidFill>
                <a:latin typeface="Calibri"/>
                <a:cs typeface="Calibri"/>
              </a:rPr>
              <a:t>v2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6794" y="9419987"/>
            <a:ext cx="19253200" cy="878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73025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It</a:t>
            </a:r>
            <a:r>
              <a:rPr dirty="0" sz="2800" spc="-5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150">
                <a:solidFill>
                  <a:srgbClr val="0C0D12"/>
                </a:solidFill>
                <a:latin typeface="Calibri"/>
                <a:cs typeface="Calibri"/>
              </a:rPr>
              <a:t>acts</a:t>
            </a:r>
            <a:r>
              <a:rPr dirty="0" sz="2800" spc="-2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195">
                <a:solidFill>
                  <a:srgbClr val="0C0D12"/>
                </a:solidFill>
                <a:latin typeface="Calibri"/>
                <a:cs typeface="Calibri"/>
              </a:rPr>
              <a:t>as</a:t>
            </a:r>
            <a:r>
              <a:rPr dirty="0" sz="2800" spc="-4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145">
                <a:solidFill>
                  <a:srgbClr val="0C0D12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120">
                <a:solidFill>
                  <a:srgbClr val="0C0D12"/>
                </a:solidFill>
                <a:latin typeface="Calibri"/>
                <a:cs typeface="Calibri"/>
              </a:rPr>
              <a:t>compliance</a:t>
            </a:r>
            <a:r>
              <a:rPr dirty="0" sz="2800" spc="-3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100">
                <a:solidFill>
                  <a:srgbClr val="0C0D12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50">
                <a:solidFill>
                  <a:srgbClr val="0C0D12"/>
                </a:solidFill>
                <a:latin typeface="Calibri"/>
                <a:cs typeface="Calibri"/>
              </a:rPr>
              <a:t>modernization</a:t>
            </a:r>
            <a:r>
              <a:rPr dirty="0" sz="2800" spc="-5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90">
                <a:solidFill>
                  <a:srgbClr val="0C0D12"/>
                </a:solidFill>
                <a:latin typeface="Calibri"/>
                <a:cs typeface="Calibri"/>
              </a:rPr>
              <a:t>companion,</a:t>
            </a:r>
            <a:r>
              <a:rPr dirty="0" sz="2800" spc="-4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85">
                <a:solidFill>
                  <a:srgbClr val="0C0D12"/>
                </a:solidFill>
                <a:latin typeface="Calibri"/>
                <a:cs typeface="Calibri"/>
              </a:rPr>
              <a:t>combining</a:t>
            </a:r>
            <a:r>
              <a:rPr dirty="0" sz="2800" spc="-3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AI,</a:t>
            </a:r>
            <a:r>
              <a:rPr dirty="0" sz="2800" spc="-4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60">
                <a:solidFill>
                  <a:srgbClr val="0C0D12"/>
                </a:solidFill>
                <a:latin typeface="Calibri"/>
                <a:cs typeface="Calibri"/>
              </a:rPr>
              <a:t>automation,</a:t>
            </a:r>
            <a:r>
              <a:rPr dirty="0" sz="2800" spc="-3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100">
                <a:solidFill>
                  <a:srgbClr val="0C0D12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90">
                <a:solidFill>
                  <a:srgbClr val="0C0D12"/>
                </a:solidFill>
                <a:latin typeface="Calibri"/>
                <a:cs typeface="Calibri"/>
              </a:rPr>
              <a:t>visual</a:t>
            </a:r>
            <a:r>
              <a:rPr dirty="0" sz="2800" spc="-4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95">
                <a:solidFill>
                  <a:srgbClr val="0C0D12"/>
                </a:solidFill>
                <a:latin typeface="Calibri"/>
                <a:cs typeface="Calibri"/>
              </a:rPr>
              <a:t>analytics</a:t>
            </a:r>
            <a:r>
              <a:rPr dirty="0" sz="2800" spc="-3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to</a:t>
            </a:r>
            <a:r>
              <a:rPr dirty="0" sz="2800" spc="-4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65">
                <a:solidFill>
                  <a:srgbClr val="0C0D12"/>
                </a:solidFill>
                <a:latin typeface="Calibri"/>
                <a:cs typeface="Calibri"/>
              </a:rPr>
              <a:t>detect</a:t>
            </a:r>
            <a:r>
              <a:rPr dirty="0" sz="2800" spc="-3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50">
                <a:solidFill>
                  <a:srgbClr val="0C0D12"/>
                </a:solidFill>
                <a:latin typeface="Calibri"/>
                <a:cs typeface="Calibri"/>
              </a:rPr>
              <a:t>architectural </a:t>
            </a:r>
            <a:r>
              <a:rPr dirty="0" sz="2800" spc="55">
                <a:solidFill>
                  <a:srgbClr val="0C0D12"/>
                </a:solidFill>
                <a:latin typeface="Calibri"/>
                <a:cs typeface="Calibri"/>
              </a:rPr>
              <a:t>patterns,</a:t>
            </a:r>
            <a:r>
              <a:rPr dirty="0" sz="2800" spc="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100">
                <a:solidFill>
                  <a:srgbClr val="0C0D12"/>
                </a:solidFill>
                <a:latin typeface="Calibri"/>
                <a:cs typeface="Calibri"/>
              </a:rPr>
              <a:t>dependencies,</a:t>
            </a:r>
            <a:r>
              <a:rPr dirty="0" sz="2800" spc="2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100">
                <a:solidFill>
                  <a:srgbClr val="0C0D12"/>
                </a:solidFill>
                <a:latin typeface="Calibri"/>
                <a:cs typeface="Calibri"/>
              </a:rPr>
              <a:t>and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75">
                <a:solidFill>
                  <a:srgbClr val="0C0D12"/>
                </a:solidFill>
                <a:latin typeface="Calibri"/>
                <a:cs typeface="Calibri"/>
              </a:rPr>
              <a:t>sensitive</a:t>
            </a:r>
            <a:r>
              <a:rPr dirty="0" sz="2800" spc="-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75">
                <a:solidFill>
                  <a:srgbClr val="0C0D12"/>
                </a:solidFill>
                <a:latin typeface="Calibri"/>
                <a:cs typeface="Calibri"/>
              </a:rPr>
              <a:t>demographic</a:t>
            </a:r>
            <a:r>
              <a:rPr dirty="0" sz="2800" spc="3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70">
                <a:solidFill>
                  <a:srgbClr val="0C0D12"/>
                </a:solidFill>
                <a:latin typeface="Calibri"/>
                <a:cs typeface="Calibri"/>
              </a:rPr>
              <a:t>data</a:t>
            </a:r>
            <a:r>
              <a:rPr dirty="0" sz="2800" spc="2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— </a:t>
            </a:r>
            <a:r>
              <a:rPr dirty="0" sz="2800" spc="100">
                <a:solidFill>
                  <a:srgbClr val="0C0D12"/>
                </a:solidFill>
                <a:latin typeface="Calibri"/>
                <a:cs typeface="Calibri"/>
              </a:rPr>
              <a:t>all</a:t>
            </a:r>
            <a:r>
              <a:rPr dirty="0" sz="2800" spc="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while</a:t>
            </a:r>
            <a:r>
              <a:rPr dirty="0" sz="2800" spc="-2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65">
                <a:solidFill>
                  <a:srgbClr val="0C0D12"/>
                </a:solidFill>
                <a:latin typeface="Calibri"/>
                <a:cs typeface="Calibri"/>
              </a:rPr>
              <a:t>ensuring</a:t>
            </a:r>
            <a:r>
              <a:rPr dirty="0" sz="2800" spc="1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90">
                <a:solidFill>
                  <a:srgbClr val="0C0D12"/>
                </a:solidFill>
                <a:latin typeface="Calibri"/>
                <a:cs typeface="Calibri"/>
              </a:rPr>
              <a:t>complete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70">
                <a:solidFill>
                  <a:srgbClr val="0C0D12"/>
                </a:solidFill>
                <a:latin typeface="Calibri"/>
                <a:cs typeface="Calibri"/>
              </a:rPr>
              <a:t>data</a:t>
            </a:r>
            <a:r>
              <a:rPr dirty="0" sz="2800" spc="1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60">
                <a:solidFill>
                  <a:srgbClr val="0C0D12"/>
                </a:solidFill>
                <a:latin typeface="Calibri"/>
                <a:cs typeface="Calibri"/>
              </a:rPr>
              <a:t>privacy</a:t>
            </a:r>
            <a:r>
              <a:rPr dirty="0" sz="2800" spc="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through</a:t>
            </a:r>
            <a:r>
              <a:rPr dirty="0" sz="2800" spc="1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0C0D12"/>
                </a:solidFill>
                <a:latin typeface="Calibri"/>
                <a:cs typeface="Calibri"/>
              </a:rPr>
              <a:t>offline</a:t>
            </a:r>
            <a:r>
              <a:rPr dirty="0" sz="2800" spc="-25">
                <a:solidFill>
                  <a:srgbClr val="0C0D12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0C0D12"/>
                </a:solidFill>
                <a:latin typeface="Calibri"/>
                <a:cs typeface="Calibri"/>
              </a:rPr>
              <a:t>operation.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9828" y="2535948"/>
            <a:ext cx="9792335" cy="58794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4005" marR="620395" indent="-28194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94005" algn="l"/>
              </a:tabLst>
            </a:pPr>
            <a:r>
              <a:rPr dirty="0" sz="3200" spc="100">
                <a:solidFill>
                  <a:srgbClr val="FFFFFF"/>
                </a:solidFill>
                <a:latin typeface="Calibri"/>
                <a:cs typeface="Calibri"/>
              </a:rPr>
              <a:t>Analyzes</a:t>
            </a:r>
            <a:r>
              <a:rPr dirty="0" sz="3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large,</a:t>
            </a:r>
            <a:r>
              <a:rPr dirty="0" sz="3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14" b="1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dirty="0" sz="3200" spc="140" b="1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r>
              <a:rPr dirty="0" sz="320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225" b="1">
                <a:solidFill>
                  <a:srgbClr val="FFFFFF"/>
                </a:solidFill>
                <a:latin typeface="Calibri"/>
                <a:cs typeface="Calibri"/>
              </a:rPr>
              <a:t>codebases</a:t>
            </a:r>
            <a:r>
              <a:rPr dirty="0" sz="32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45">
                <a:solidFill>
                  <a:srgbClr val="FFFFFF"/>
                </a:solidFill>
                <a:latin typeface="Calibri"/>
                <a:cs typeface="Calibri"/>
              </a:rPr>
              <a:t>(1000+ </a:t>
            </a:r>
            <a:r>
              <a:rPr dirty="0" sz="3200" spc="60">
                <a:solidFill>
                  <a:srgbClr val="FFFFFF"/>
                </a:solidFill>
                <a:latin typeface="Calibri"/>
                <a:cs typeface="Calibri"/>
              </a:rPr>
              <a:t>files)</a:t>
            </a:r>
            <a:endParaRPr sz="3200">
              <a:latin typeface="Calibri"/>
              <a:cs typeface="Calibri"/>
            </a:endParaRPr>
          </a:p>
          <a:p>
            <a:pPr marL="292735" marR="5080" indent="-28067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4005" algn="l"/>
              </a:tabLst>
            </a:pPr>
            <a:r>
              <a:rPr dirty="0" sz="3200" spc="60">
                <a:solidFill>
                  <a:srgbClr val="FFFFFF"/>
                </a:solidFill>
                <a:latin typeface="Calibri"/>
                <a:cs typeface="Calibri"/>
              </a:rPr>
              <a:t>Identifies</a:t>
            </a:r>
            <a:r>
              <a:rPr dirty="0" sz="3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35" b="1">
                <a:solidFill>
                  <a:srgbClr val="FFFFFF"/>
                </a:solidFill>
                <a:latin typeface="Calibri"/>
                <a:cs typeface="Calibri"/>
              </a:rPr>
              <a:t>architectural</a:t>
            </a:r>
            <a:r>
              <a:rPr dirty="0" sz="32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20" b="1">
                <a:solidFill>
                  <a:srgbClr val="FFFFFF"/>
                </a:solidFill>
                <a:latin typeface="Calibri"/>
                <a:cs typeface="Calibri"/>
              </a:rPr>
              <a:t>patterns,</a:t>
            </a:r>
            <a:r>
              <a:rPr dirty="0" sz="32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70" b="1">
                <a:solidFill>
                  <a:srgbClr val="FFFFFF"/>
                </a:solidFill>
                <a:latin typeface="Calibri"/>
                <a:cs typeface="Calibri"/>
              </a:rPr>
              <a:t>dependencies,</a:t>
            </a:r>
            <a:r>
              <a:rPr dirty="0" sz="3200" spc="-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40" b="1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3200" spc="14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3200" spc="125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32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50" b="1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endParaRPr sz="3200">
              <a:latin typeface="Calibri"/>
              <a:cs typeface="Calibri"/>
            </a:endParaRPr>
          </a:p>
          <a:p>
            <a:pPr marL="292735" marR="100965" indent="-280670">
              <a:lnSpc>
                <a:spcPct val="100000"/>
              </a:lnSpc>
              <a:buFont typeface="Arial"/>
              <a:buChar char="•"/>
              <a:tabLst>
                <a:tab pos="294005" algn="l"/>
              </a:tabLst>
            </a:pPr>
            <a:r>
              <a:rPr dirty="0" sz="3200" spc="125">
                <a:solidFill>
                  <a:srgbClr val="FFFFFF"/>
                </a:solidFill>
                <a:latin typeface="Calibri"/>
                <a:cs typeface="Calibri"/>
              </a:rPr>
              <a:t>Detects</a:t>
            </a:r>
            <a:r>
              <a:rPr dirty="0" sz="3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85">
                <a:solidFill>
                  <a:srgbClr val="FFFFFF"/>
                </a:solidFill>
                <a:latin typeface="Calibri"/>
                <a:cs typeface="Calibri"/>
              </a:rPr>
              <a:t>sensitive</a:t>
            </a:r>
            <a:r>
              <a:rPr dirty="0" sz="32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3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50">
                <a:solidFill>
                  <a:srgbClr val="FFFFFF"/>
                </a:solidFill>
                <a:latin typeface="Calibri"/>
                <a:cs typeface="Calibri"/>
              </a:rPr>
              <a:t>regulated</a:t>
            </a:r>
            <a:r>
              <a:rPr dirty="0" sz="3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45" b="1">
                <a:solidFill>
                  <a:srgbClr val="FFFFFF"/>
                </a:solidFill>
                <a:latin typeface="Calibri"/>
                <a:cs typeface="Calibri"/>
              </a:rPr>
              <a:t>demographic</a:t>
            </a:r>
            <a:r>
              <a:rPr dirty="0" sz="32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25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32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40">
                <a:solidFill>
                  <a:srgbClr val="FFFFFF"/>
                </a:solidFill>
                <a:latin typeface="Calibri"/>
                <a:cs typeface="Calibri"/>
              </a:rPr>
              <a:t>(PII, </a:t>
            </a:r>
            <a:r>
              <a:rPr dirty="0" sz="3200" spc="4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3200" spc="140">
                <a:solidFill>
                  <a:srgbClr val="FFFFFF"/>
                </a:solidFill>
                <a:latin typeface="Calibri"/>
                <a:cs typeface="Calibri"/>
              </a:rPr>
              <a:t>PHI,</a:t>
            </a:r>
            <a:r>
              <a:rPr dirty="0" sz="3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20">
                <a:solidFill>
                  <a:srgbClr val="FFFFFF"/>
                </a:solidFill>
                <a:latin typeface="Calibri"/>
                <a:cs typeface="Calibri"/>
              </a:rPr>
              <a:t>Financial,</a:t>
            </a:r>
            <a:r>
              <a:rPr dirty="0" sz="32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50">
                <a:solidFill>
                  <a:srgbClr val="FFFFFF"/>
                </a:solidFill>
                <a:latin typeface="Calibri"/>
                <a:cs typeface="Calibri"/>
              </a:rPr>
              <a:t>etc.)</a:t>
            </a:r>
            <a:endParaRPr sz="3200">
              <a:latin typeface="Calibri"/>
              <a:cs typeface="Calibri"/>
            </a:endParaRPr>
          </a:p>
          <a:p>
            <a:pPr marL="292735" marR="1506855" indent="-280670">
              <a:lnSpc>
                <a:spcPct val="100000"/>
              </a:lnSpc>
              <a:buFont typeface="Arial"/>
              <a:buChar char="•"/>
              <a:tabLst>
                <a:tab pos="294005" algn="l"/>
              </a:tabLst>
            </a:pPr>
            <a:r>
              <a:rPr dirty="0" sz="3200" spc="75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dirty="0" sz="3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80" b="1">
                <a:solidFill>
                  <a:srgbClr val="FFFFFF"/>
                </a:solidFill>
                <a:latin typeface="Calibri"/>
                <a:cs typeface="Calibri"/>
              </a:rPr>
              <a:t>AI-</a:t>
            </a:r>
            <a:r>
              <a:rPr dirty="0" sz="3200" spc="100" b="1">
                <a:solidFill>
                  <a:srgbClr val="FFFFFF"/>
                </a:solidFill>
                <a:latin typeface="Calibri"/>
                <a:cs typeface="Calibri"/>
              </a:rPr>
              <a:t>powered</a:t>
            </a:r>
            <a:r>
              <a:rPr dirty="0" sz="32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50" b="1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r>
              <a:rPr dirty="0" sz="3200" spc="15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32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40">
                <a:solidFill>
                  <a:srgbClr val="FFFFFF"/>
                </a:solidFill>
                <a:latin typeface="Calibri"/>
                <a:cs typeface="Calibri"/>
              </a:rPr>
              <a:t>modernization </a:t>
            </a:r>
            <a:r>
              <a:rPr dirty="0" sz="3200" spc="4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3200" spc="80">
                <a:solidFill>
                  <a:srgbClr val="FFFFFF"/>
                </a:solidFill>
                <a:latin typeface="Calibri"/>
                <a:cs typeface="Calibri"/>
              </a:rPr>
              <a:t>planning,</a:t>
            </a:r>
            <a:r>
              <a:rPr dirty="0" sz="3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1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3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30">
                <a:solidFill>
                  <a:srgbClr val="FFFFFF"/>
                </a:solidFill>
                <a:latin typeface="Calibri"/>
                <a:cs typeface="Calibri"/>
              </a:rPr>
              <a:t>compliance</a:t>
            </a:r>
            <a:r>
              <a:rPr dirty="0" sz="3200" spc="-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40">
                <a:solidFill>
                  <a:srgbClr val="FFFFFF"/>
                </a:solidFill>
                <a:latin typeface="Calibri"/>
                <a:cs typeface="Calibri"/>
              </a:rPr>
              <a:t>validation</a:t>
            </a:r>
            <a:endParaRPr sz="3200">
              <a:latin typeface="Calibri"/>
              <a:cs typeface="Calibri"/>
            </a:endParaRPr>
          </a:p>
          <a:p>
            <a:pPr marL="293370" indent="-280670">
              <a:lnSpc>
                <a:spcPct val="100000"/>
              </a:lnSpc>
              <a:buFont typeface="Arial"/>
              <a:buChar char="•"/>
              <a:tabLst>
                <a:tab pos="293370" algn="l"/>
              </a:tabLst>
            </a:pPr>
            <a:r>
              <a:rPr dirty="0" sz="3200" spc="145" b="1">
                <a:solidFill>
                  <a:srgbClr val="FFFFFF"/>
                </a:solidFill>
                <a:latin typeface="Calibri"/>
                <a:cs typeface="Calibri"/>
              </a:rPr>
              <a:t>Measures</a:t>
            </a:r>
            <a:r>
              <a:rPr dirty="0" sz="3200" spc="-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200" b="1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32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05" b="1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dirty="0" sz="32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1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3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70">
                <a:solidFill>
                  <a:srgbClr val="FFFFFF"/>
                </a:solidFill>
                <a:latin typeface="Calibri"/>
                <a:cs typeface="Calibri"/>
              </a:rPr>
              <a:t>structural</a:t>
            </a:r>
            <a:r>
              <a:rPr dirty="0" sz="3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20">
                <a:solidFill>
                  <a:srgbClr val="FFFFFF"/>
                </a:solidFill>
                <a:latin typeface="Calibri"/>
                <a:cs typeface="Calibri"/>
              </a:rPr>
              <a:t>compliance</a:t>
            </a:r>
            <a:endParaRPr sz="3200">
              <a:latin typeface="Calibri"/>
              <a:cs typeface="Calibri"/>
            </a:endParaRPr>
          </a:p>
          <a:p>
            <a:pPr marL="293370" indent="-280670">
              <a:lnSpc>
                <a:spcPct val="100000"/>
              </a:lnSpc>
              <a:buFont typeface="Arial"/>
              <a:buChar char="•"/>
              <a:tabLst>
                <a:tab pos="293370" algn="l"/>
              </a:tabLst>
            </a:pPr>
            <a:r>
              <a:rPr dirty="0" sz="3200" spc="15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3200" spc="-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40" b="1">
                <a:solidFill>
                  <a:srgbClr val="FFFFFF"/>
                </a:solidFill>
                <a:latin typeface="Calibri"/>
                <a:cs typeface="Calibri"/>
              </a:rPr>
              <a:t>Image</a:t>
            </a:r>
            <a:r>
              <a:rPr dirty="0" sz="32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05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3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05">
                <a:solidFill>
                  <a:srgbClr val="FFFFFF"/>
                </a:solidFill>
                <a:latin typeface="Calibri"/>
                <a:cs typeface="Calibri"/>
              </a:rPr>
              <a:t>Dependency</a:t>
            </a:r>
            <a:r>
              <a:rPr dirty="0" sz="3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1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3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95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32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85">
                <a:solidFill>
                  <a:srgbClr val="FFFFFF"/>
                </a:solidFill>
                <a:latin typeface="Calibri"/>
                <a:cs typeface="Calibri"/>
              </a:rPr>
              <a:t>Call,</a:t>
            </a:r>
            <a:r>
              <a:rPr dirty="0" sz="32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1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3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55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endParaRPr sz="3200">
              <a:latin typeface="Calibri"/>
              <a:cs typeface="Calibri"/>
            </a:endParaRPr>
          </a:p>
          <a:p>
            <a:pPr marL="294005" marR="808990" indent="-281940">
              <a:lnSpc>
                <a:spcPct val="100000"/>
              </a:lnSpc>
              <a:buFont typeface="Arial"/>
              <a:buChar char="•"/>
              <a:tabLst>
                <a:tab pos="294005" algn="l"/>
              </a:tabLst>
            </a:pPr>
            <a:r>
              <a:rPr dirty="0" sz="3200" spc="90">
                <a:solidFill>
                  <a:srgbClr val="FFFFFF"/>
                </a:solidFill>
                <a:latin typeface="Calibri"/>
                <a:cs typeface="Calibri"/>
              </a:rPr>
              <a:t>Generates</a:t>
            </a:r>
            <a:r>
              <a:rPr dirty="0" sz="3200" spc="-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45" b="1">
                <a:solidFill>
                  <a:srgbClr val="FFFFFF"/>
                </a:solidFill>
                <a:latin typeface="Calibri"/>
                <a:cs typeface="Calibri"/>
              </a:rPr>
              <a:t>professional</a:t>
            </a:r>
            <a:r>
              <a:rPr dirty="0" sz="3200" spc="-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65" b="1">
                <a:solidFill>
                  <a:srgbClr val="FFFFFF"/>
                </a:solidFill>
                <a:latin typeface="Calibri"/>
                <a:cs typeface="Calibri"/>
              </a:rPr>
              <a:t>visual</a:t>
            </a:r>
            <a:r>
              <a:rPr dirty="0" sz="3200" spc="-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120" b="1">
                <a:solidFill>
                  <a:srgbClr val="FFFFFF"/>
                </a:solidFill>
                <a:latin typeface="Calibri"/>
                <a:cs typeface="Calibri"/>
              </a:rPr>
              <a:t>reports</a:t>
            </a:r>
            <a:r>
              <a:rPr dirty="0" sz="3200" spc="-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3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80">
                <a:solidFill>
                  <a:srgbClr val="FFFFFF"/>
                </a:solidFill>
                <a:latin typeface="Calibri"/>
                <a:cs typeface="Calibri"/>
              </a:rPr>
              <a:t>audits, </a:t>
            </a:r>
            <a:r>
              <a:rPr dirty="0" sz="3200">
                <a:solidFill>
                  <a:srgbClr val="FFFFFF"/>
                </a:solidFill>
                <a:latin typeface="Calibri"/>
                <a:cs typeface="Calibri"/>
              </a:rPr>
              <a:t>refactoring,</a:t>
            </a:r>
            <a:r>
              <a:rPr dirty="0" sz="3200" spc="110">
                <a:solidFill>
                  <a:srgbClr val="FFFFFF"/>
                </a:solidFill>
                <a:latin typeface="Calibri"/>
                <a:cs typeface="Calibri"/>
              </a:rPr>
              <a:t> and</a:t>
            </a:r>
            <a:r>
              <a:rPr dirty="0" sz="32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55">
                <a:solidFill>
                  <a:srgbClr val="FFFFFF"/>
                </a:solidFill>
                <a:latin typeface="Calibri"/>
                <a:cs typeface="Calibri"/>
              </a:rPr>
              <a:t>executive</a:t>
            </a:r>
            <a:r>
              <a:rPr dirty="0" sz="32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FFFFFF"/>
                </a:solidFill>
                <a:latin typeface="Calibri"/>
                <a:cs typeface="Calibri"/>
              </a:rPr>
              <a:t>review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8907379" y="10518196"/>
            <a:ext cx="648970" cy="353695"/>
            <a:chOff x="18907379" y="10518196"/>
            <a:chExt cx="648970" cy="353695"/>
          </a:xfrm>
        </p:grpSpPr>
        <p:sp>
          <p:nvSpPr>
            <p:cNvPr id="15" name="object 15"/>
            <p:cNvSpPr/>
            <p:nvPr/>
          </p:nvSpPr>
          <p:spPr>
            <a:xfrm>
              <a:off x="19262979" y="10524991"/>
              <a:ext cx="182880" cy="340360"/>
            </a:xfrm>
            <a:custGeom>
              <a:avLst/>
              <a:gdLst/>
              <a:ahLst/>
              <a:cxnLst/>
              <a:rect l="l" t="t" r="r" b="b"/>
              <a:pathLst>
                <a:path w="182880" h="340359">
                  <a:moveTo>
                    <a:pt x="154957" y="19"/>
                  </a:moveTo>
                  <a:lnTo>
                    <a:pt x="-486" y="19"/>
                  </a:lnTo>
                  <a:lnTo>
                    <a:pt x="-486" y="12935"/>
                  </a:lnTo>
                  <a:lnTo>
                    <a:pt x="23515" y="16338"/>
                  </a:lnTo>
                  <a:lnTo>
                    <a:pt x="40152" y="25927"/>
                  </a:lnTo>
                  <a:lnTo>
                    <a:pt x="49930" y="40747"/>
                  </a:lnTo>
                  <a:lnTo>
                    <a:pt x="52978" y="59822"/>
                  </a:lnTo>
                  <a:lnTo>
                    <a:pt x="52978" y="339837"/>
                  </a:lnTo>
                  <a:lnTo>
                    <a:pt x="156227" y="339837"/>
                  </a:lnTo>
                  <a:lnTo>
                    <a:pt x="156227" y="128515"/>
                  </a:lnTo>
                  <a:lnTo>
                    <a:pt x="170450" y="109833"/>
                  </a:lnTo>
                  <a:lnTo>
                    <a:pt x="182134" y="102633"/>
                  </a:lnTo>
                  <a:lnTo>
                    <a:pt x="154957" y="102633"/>
                  </a:lnTo>
                  <a:lnTo>
                    <a:pt x="154957" y="19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18427" y="10518869"/>
              <a:ext cx="137413" cy="10873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8906897" y="10533843"/>
              <a:ext cx="325120" cy="337820"/>
            </a:xfrm>
            <a:custGeom>
              <a:avLst/>
              <a:gdLst/>
              <a:ahLst/>
              <a:cxnLst/>
              <a:rect l="l" t="t" r="r" b="b"/>
              <a:pathLst>
                <a:path w="325119" h="337820">
                  <a:moveTo>
                    <a:pt x="324980" y="96520"/>
                  </a:moveTo>
                  <a:lnTo>
                    <a:pt x="317614" y="53543"/>
                  </a:lnTo>
                  <a:lnTo>
                    <a:pt x="296405" y="21818"/>
                  </a:lnTo>
                  <a:lnTo>
                    <a:pt x="263512" y="368"/>
                  </a:lnTo>
                  <a:lnTo>
                    <a:pt x="262242" y="0"/>
                  </a:lnTo>
                  <a:lnTo>
                    <a:pt x="149606" y="0"/>
                  </a:lnTo>
                  <a:lnTo>
                    <a:pt x="176657" y="4622"/>
                  </a:lnTo>
                  <a:lnTo>
                    <a:pt x="196329" y="18097"/>
                  </a:lnTo>
                  <a:lnTo>
                    <a:pt x="208521" y="39865"/>
                  </a:lnTo>
                  <a:lnTo>
                    <a:pt x="212585" y="69329"/>
                  </a:lnTo>
                  <a:lnTo>
                    <a:pt x="212585" y="120294"/>
                  </a:lnTo>
                  <a:lnTo>
                    <a:pt x="212585" y="138658"/>
                  </a:lnTo>
                  <a:lnTo>
                    <a:pt x="212585" y="273862"/>
                  </a:lnTo>
                  <a:lnTo>
                    <a:pt x="201409" y="282651"/>
                  </a:lnTo>
                  <a:lnTo>
                    <a:pt x="189357" y="288556"/>
                  </a:lnTo>
                  <a:lnTo>
                    <a:pt x="176530" y="291884"/>
                  </a:lnTo>
                  <a:lnTo>
                    <a:pt x="162560" y="292912"/>
                  </a:lnTo>
                  <a:lnTo>
                    <a:pt x="141605" y="289242"/>
                  </a:lnTo>
                  <a:lnTo>
                    <a:pt x="126619" y="278307"/>
                  </a:lnTo>
                  <a:lnTo>
                    <a:pt x="117475" y="260248"/>
                  </a:lnTo>
                  <a:lnTo>
                    <a:pt x="114427" y="235165"/>
                  </a:lnTo>
                  <a:lnTo>
                    <a:pt x="114427" y="171500"/>
                  </a:lnTo>
                  <a:lnTo>
                    <a:pt x="212585" y="138658"/>
                  </a:lnTo>
                  <a:lnTo>
                    <a:pt x="212585" y="120294"/>
                  </a:lnTo>
                  <a:lnTo>
                    <a:pt x="68453" y="167881"/>
                  </a:lnTo>
                  <a:lnTo>
                    <a:pt x="20701" y="195668"/>
                  </a:lnTo>
                  <a:lnTo>
                    <a:pt x="0" y="251485"/>
                  </a:lnTo>
                  <a:lnTo>
                    <a:pt x="7366" y="285597"/>
                  </a:lnTo>
                  <a:lnTo>
                    <a:pt x="28448" y="312978"/>
                  </a:lnTo>
                  <a:lnTo>
                    <a:pt x="61722" y="331177"/>
                  </a:lnTo>
                  <a:lnTo>
                    <a:pt x="105664" y="337781"/>
                  </a:lnTo>
                  <a:lnTo>
                    <a:pt x="137541" y="334391"/>
                  </a:lnTo>
                  <a:lnTo>
                    <a:pt x="166370" y="324954"/>
                  </a:lnTo>
                  <a:lnTo>
                    <a:pt x="192011" y="310553"/>
                  </a:lnTo>
                  <a:lnTo>
                    <a:pt x="213220" y="292912"/>
                  </a:lnTo>
                  <a:lnTo>
                    <a:pt x="213982" y="292303"/>
                  </a:lnTo>
                  <a:lnTo>
                    <a:pt x="324980" y="292303"/>
                  </a:lnTo>
                  <a:lnTo>
                    <a:pt x="324980" y="138658"/>
                  </a:lnTo>
                  <a:lnTo>
                    <a:pt x="324980" y="96520"/>
                  </a:lnTo>
                  <a:close/>
                </a:path>
                <a:path w="325119" h="337820">
                  <a:moveTo>
                    <a:pt x="325043" y="292315"/>
                  </a:moveTo>
                  <a:lnTo>
                    <a:pt x="213982" y="292315"/>
                  </a:lnTo>
                  <a:lnTo>
                    <a:pt x="213982" y="330987"/>
                  </a:lnTo>
                  <a:lnTo>
                    <a:pt x="325043" y="330987"/>
                  </a:lnTo>
                  <a:lnTo>
                    <a:pt x="325043" y="292315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20968" y="10518196"/>
              <a:ext cx="248666" cy="124371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17414747" y="10516837"/>
            <a:ext cx="1085850" cy="354965"/>
            <a:chOff x="17414747" y="10516837"/>
            <a:chExt cx="1085850" cy="354965"/>
          </a:xfrm>
        </p:grpSpPr>
        <p:sp>
          <p:nvSpPr>
            <p:cNvPr id="20" name="object 20"/>
            <p:cNvSpPr/>
            <p:nvPr/>
          </p:nvSpPr>
          <p:spPr>
            <a:xfrm>
              <a:off x="17414747" y="10538593"/>
              <a:ext cx="325755" cy="326390"/>
            </a:xfrm>
            <a:custGeom>
              <a:avLst/>
              <a:gdLst/>
              <a:ahLst/>
              <a:cxnLst/>
              <a:rect l="l" t="t" r="r" b="b"/>
              <a:pathLst>
                <a:path w="325755" h="326390">
                  <a:moveTo>
                    <a:pt x="323274" y="19"/>
                  </a:moveTo>
                  <a:lnTo>
                    <a:pt x="159321" y="19"/>
                  </a:lnTo>
                  <a:lnTo>
                    <a:pt x="159321" y="156327"/>
                  </a:lnTo>
                  <a:lnTo>
                    <a:pt x="-440" y="317397"/>
                  </a:lnTo>
                  <a:lnTo>
                    <a:pt x="-440" y="326236"/>
                  </a:lnTo>
                  <a:lnTo>
                    <a:pt x="325306" y="326236"/>
                  </a:lnTo>
                  <a:lnTo>
                    <a:pt x="325306" y="312634"/>
                  </a:lnTo>
                  <a:lnTo>
                    <a:pt x="168846" y="312634"/>
                  </a:lnTo>
                  <a:lnTo>
                    <a:pt x="168846" y="156327"/>
                  </a:lnTo>
                  <a:lnTo>
                    <a:pt x="323274" y="19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584038" y="10725486"/>
              <a:ext cx="156464" cy="12572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7425099" y="10516863"/>
              <a:ext cx="692785" cy="354965"/>
            </a:xfrm>
            <a:custGeom>
              <a:avLst/>
              <a:gdLst/>
              <a:ahLst/>
              <a:cxnLst/>
              <a:rect l="l" t="t" r="r" b="b"/>
              <a:pathLst>
                <a:path w="692784" h="354965">
                  <a:moveTo>
                    <a:pt x="317614" y="8153"/>
                  </a:moveTo>
                  <a:lnTo>
                    <a:pt x="0" y="8153"/>
                  </a:lnTo>
                  <a:lnTo>
                    <a:pt x="0" y="140677"/>
                  </a:lnTo>
                  <a:lnTo>
                    <a:pt x="11557" y="140677"/>
                  </a:lnTo>
                  <a:lnTo>
                    <a:pt x="25781" y="97726"/>
                  </a:lnTo>
                  <a:lnTo>
                    <a:pt x="53848" y="59550"/>
                  </a:lnTo>
                  <a:lnTo>
                    <a:pt x="95123" y="32207"/>
                  </a:lnTo>
                  <a:lnTo>
                    <a:pt x="148971" y="21755"/>
                  </a:lnTo>
                  <a:lnTo>
                    <a:pt x="312915" y="21755"/>
                  </a:lnTo>
                  <a:lnTo>
                    <a:pt x="317614" y="16979"/>
                  </a:lnTo>
                  <a:lnTo>
                    <a:pt x="317614" y="8153"/>
                  </a:lnTo>
                  <a:close/>
                </a:path>
                <a:path w="692784" h="354965">
                  <a:moveTo>
                    <a:pt x="692759" y="157670"/>
                  </a:moveTo>
                  <a:lnTo>
                    <a:pt x="472046" y="157670"/>
                  </a:lnTo>
                  <a:lnTo>
                    <a:pt x="472046" y="26631"/>
                  </a:lnTo>
                  <a:lnTo>
                    <a:pt x="481698" y="22313"/>
                  </a:lnTo>
                  <a:lnTo>
                    <a:pt x="491858" y="19316"/>
                  </a:lnTo>
                  <a:lnTo>
                    <a:pt x="502399" y="17551"/>
                  </a:lnTo>
                  <a:lnTo>
                    <a:pt x="513321" y="16979"/>
                  </a:lnTo>
                  <a:lnTo>
                    <a:pt x="612762" y="16979"/>
                  </a:lnTo>
                  <a:lnTo>
                    <a:pt x="579996" y="5054"/>
                  </a:lnTo>
                  <a:lnTo>
                    <a:pt x="531609" y="0"/>
                  </a:lnTo>
                  <a:lnTo>
                    <a:pt x="482206" y="5384"/>
                  </a:lnTo>
                  <a:lnTo>
                    <a:pt x="438899" y="21069"/>
                  </a:lnTo>
                  <a:lnTo>
                    <a:pt x="403085" y="46380"/>
                  </a:lnTo>
                  <a:lnTo>
                    <a:pt x="376034" y="80645"/>
                  </a:lnTo>
                  <a:lnTo>
                    <a:pt x="358889" y="123177"/>
                  </a:lnTo>
                  <a:lnTo>
                    <a:pt x="352793" y="173304"/>
                  </a:lnTo>
                  <a:lnTo>
                    <a:pt x="356603" y="217805"/>
                  </a:lnTo>
                  <a:lnTo>
                    <a:pt x="367906" y="257136"/>
                  </a:lnTo>
                  <a:lnTo>
                    <a:pt x="386829" y="290652"/>
                  </a:lnTo>
                  <a:lnTo>
                    <a:pt x="448043" y="337921"/>
                  </a:lnTo>
                  <a:lnTo>
                    <a:pt x="490588" y="350456"/>
                  </a:lnTo>
                  <a:lnTo>
                    <a:pt x="541134" y="354761"/>
                  </a:lnTo>
                  <a:lnTo>
                    <a:pt x="588251" y="349592"/>
                  </a:lnTo>
                  <a:lnTo>
                    <a:pt x="629653" y="334289"/>
                  </a:lnTo>
                  <a:lnTo>
                    <a:pt x="646290" y="322135"/>
                  </a:lnTo>
                  <a:lnTo>
                    <a:pt x="664070" y="309168"/>
                  </a:lnTo>
                  <a:lnTo>
                    <a:pt x="690727" y="274574"/>
                  </a:lnTo>
                  <a:lnTo>
                    <a:pt x="678535" y="267093"/>
                  </a:lnTo>
                  <a:lnTo>
                    <a:pt x="658482" y="289750"/>
                  </a:lnTo>
                  <a:lnTo>
                    <a:pt x="634733" y="307098"/>
                  </a:lnTo>
                  <a:lnTo>
                    <a:pt x="607174" y="318211"/>
                  </a:lnTo>
                  <a:lnTo>
                    <a:pt x="575678" y="322135"/>
                  </a:lnTo>
                  <a:lnTo>
                    <a:pt x="530847" y="313474"/>
                  </a:lnTo>
                  <a:lnTo>
                    <a:pt x="498462" y="288505"/>
                  </a:lnTo>
                  <a:lnTo>
                    <a:pt x="478650" y="248754"/>
                  </a:lnTo>
                  <a:lnTo>
                    <a:pt x="472046" y="195732"/>
                  </a:lnTo>
                  <a:lnTo>
                    <a:pt x="472046" y="175348"/>
                  </a:lnTo>
                  <a:lnTo>
                    <a:pt x="692759" y="175348"/>
                  </a:lnTo>
                  <a:lnTo>
                    <a:pt x="692759" y="157670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38876" y="10533817"/>
              <a:ext cx="179451" cy="14069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8130050" y="10520254"/>
              <a:ext cx="370205" cy="344805"/>
            </a:xfrm>
            <a:custGeom>
              <a:avLst/>
              <a:gdLst/>
              <a:ahLst/>
              <a:cxnLst/>
              <a:rect l="l" t="t" r="r" b="b"/>
              <a:pathLst>
                <a:path w="370205" h="344804">
                  <a:moveTo>
                    <a:pt x="369951" y="103301"/>
                  </a:moveTo>
                  <a:lnTo>
                    <a:pt x="363601" y="60782"/>
                  </a:lnTo>
                  <a:lnTo>
                    <a:pt x="312293" y="7353"/>
                  </a:lnTo>
                  <a:lnTo>
                    <a:pt x="267081" y="0"/>
                  </a:lnTo>
                  <a:lnTo>
                    <a:pt x="239776" y="3505"/>
                  </a:lnTo>
                  <a:lnTo>
                    <a:pt x="211455" y="14211"/>
                  </a:lnTo>
                  <a:lnTo>
                    <a:pt x="183134" y="32359"/>
                  </a:lnTo>
                  <a:lnTo>
                    <a:pt x="155448" y="58216"/>
                  </a:lnTo>
                  <a:lnTo>
                    <a:pt x="155448" y="4762"/>
                  </a:lnTo>
                  <a:lnTo>
                    <a:pt x="0" y="4762"/>
                  </a:lnTo>
                  <a:lnTo>
                    <a:pt x="0" y="17678"/>
                  </a:lnTo>
                  <a:lnTo>
                    <a:pt x="24130" y="21082"/>
                  </a:lnTo>
                  <a:lnTo>
                    <a:pt x="40767" y="30670"/>
                  </a:lnTo>
                  <a:lnTo>
                    <a:pt x="50419" y="45491"/>
                  </a:lnTo>
                  <a:lnTo>
                    <a:pt x="53340" y="63919"/>
                  </a:lnTo>
                  <a:lnTo>
                    <a:pt x="53467" y="344576"/>
                  </a:lnTo>
                  <a:lnTo>
                    <a:pt x="156718" y="344576"/>
                  </a:lnTo>
                  <a:lnTo>
                    <a:pt x="156718" y="78270"/>
                  </a:lnTo>
                  <a:lnTo>
                    <a:pt x="172974" y="63919"/>
                  </a:lnTo>
                  <a:lnTo>
                    <a:pt x="182499" y="58216"/>
                  </a:lnTo>
                  <a:lnTo>
                    <a:pt x="188722" y="54432"/>
                  </a:lnTo>
                  <a:lnTo>
                    <a:pt x="203200" y="49187"/>
                  </a:lnTo>
                  <a:lnTo>
                    <a:pt x="215646" y="47586"/>
                  </a:lnTo>
                  <a:lnTo>
                    <a:pt x="235585" y="51028"/>
                  </a:lnTo>
                  <a:lnTo>
                    <a:pt x="251460" y="61429"/>
                  </a:lnTo>
                  <a:lnTo>
                    <a:pt x="262128" y="78828"/>
                  </a:lnTo>
                  <a:lnTo>
                    <a:pt x="265938" y="103301"/>
                  </a:lnTo>
                  <a:lnTo>
                    <a:pt x="265938" y="344576"/>
                  </a:lnTo>
                  <a:lnTo>
                    <a:pt x="369951" y="344576"/>
                  </a:lnTo>
                  <a:lnTo>
                    <a:pt x="369951" y="103301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18565367" y="10518196"/>
            <a:ext cx="297815" cy="353695"/>
            <a:chOff x="18565367" y="10518196"/>
            <a:chExt cx="297815" cy="353695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568161" y="10741792"/>
              <a:ext cx="227838" cy="12981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8565367" y="10518196"/>
              <a:ext cx="297815" cy="338455"/>
            </a:xfrm>
            <a:custGeom>
              <a:avLst/>
              <a:gdLst/>
              <a:ahLst/>
              <a:cxnLst/>
              <a:rect l="l" t="t" r="r" b="b"/>
              <a:pathLst>
                <a:path w="297815" h="338454">
                  <a:moveTo>
                    <a:pt x="149260" y="19"/>
                  </a:moveTo>
                  <a:lnTo>
                    <a:pt x="97064" y="4947"/>
                  </a:lnTo>
                  <a:lnTo>
                    <a:pt x="55282" y="19196"/>
                  </a:lnTo>
                  <a:lnTo>
                    <a:pt x="6007" y="72573"/>
                  </a:lnTo>
                  <a:lnTo>
                    <a:pt x="-469" y="110113"/>
                  </a:lnTo>
                  <a:lnTo>
                    <a:pt x="6515" y="147399"/>
                  </a:lnTo>
                  <a:lnTo>
                    <a:pt x="27978" y="177485"/>
                  </a:lnTo>
                  <a:lnTo>
                    <a:pt x="64426" y="201576"/>
                  </a:lnTo>
                  <a:lnTo>
                    <a:pt x="116748" y="220892"/>
                  </a:lnTo>
                  <a:lnTo>
                    <a:pt x="166785" y="236272"/>
                  </a:lnTo>
                  <a:lnTo>
                    <a:pt x="199169" y="250127"/>
                  </a:lnTo>
                  <a:lnTo>
                    <a:pt x="216568" y="266014"/>
                  </a:lnTo>
                  <a:lnTo>
                    <a:pt x="221648" y="287502"/>
                  </a:lnTo>
                  <a:lnTo>
                    <a:pt x="215933" y="308368"/>
                  </a:lnTo>
                  <a:lnTo>
                    <a:pt x="200312" y="324458"/>
                  </a:lnTo>
                  <a:lnTo>
                    <a:pt x="177072" y="334808"/>
                  </a:lnTo>
                  <a:lnTo>
                    <a:pt x="148498" y="338466"/>
                  </a:lnTo>
                  <a:lnTo>
                    <a:pt x="230156" y="338466"/>
                  </a:lnTo>
                  <a:lnTo>
                    <a:pt x="242475" y="334135"/>
                  </a:lnTo>
                  <a:lnTo>
                    <a:pt x="272319" y="310704"/>
                  </a:lnTo>
                  <a:lnTo>
                    <a:pt x="290607" y="278701"/>
                  </a:lnTo>
                  <a:lnTo>
                    <a:pt x="296830" y="238558"/>
                  </a:lnTo>
                  <a:lnTo>
                    <a:pt x="289083" y="198249"/>
                  </a:lnTo>
                  <a:lnTo>
                    <a:pt x="265589" y="167300"/>
                  </a:lnTo>
                  <a:lnTo>
                    <a:pt x="226347" y="143094"/>
                  </a:lnTo>
                  <a:lnTo>
                    <a:pt x="170849" y="123029"/>
                  </a:lnTo>
                  <a:lnTo>
                    <a:pt x="129194" y="110113"/>
                  </a:lnTo>
                  <a:lnTo>
                    <a:pt x="100112" y="97883"/>
                  </a:lnTo>
                  <a:lnTo>
                    <a:pt x="83475" y="83647"/>
                  </a:lnTo>
                  <a:lnTo>
                    <a:pt x="78141" y="64585"/>
                  </a:lnTo>
                  <a:lnTo>
                    <a:pt x="83348" y="42398"/>
                  </a:lnTo>
                  <a:lnTo>
                    <a:pt x="97572" y="26778"/>
                  </a:lnTo>
                  <a:lnTo>
                    <a:pt x="118653" y="17659"/>
                  </a:lnTo>
                  <a:lnTo>
                    <a:pt x="144434" y="14980"/>
                  </a:lnTo>
                  <a:lnTo>
                    <a:pt x="275240" y="14980"/>
                  </a:lnTo>
                  <a:lnTo>
                    <a:pt x="249841" y="10052"/>
                  </a:lnTo>
                  <a:lnTo>
                    <a:pt x="217330" y="5201"/>
                  </a:lnTo>
                  <a:lnTo>
                    <a:pt x="182279" y="1493"/>
                  </a:lnTo>
                  <a:lnTo>
                    <a:pt x="149260" y="19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710274" y="10533157"/>
              <a:ext cx="130809" cy="101257"/>
            </a:xfrm>
            <a:prstGeom prst="rect">
              <a:avLst/>
            </a:prstGeom>
          </p:spPr>
        </p:pic>
      </p:grpSp>
      <p:pic>
        <p:nvPicPr>
          <p:cNvPr id="29" name="object 29" descr="Shape  Description automatically generated with medium confidence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497043" y="591297"/>
            <a:ext cx="2142143" cy="353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163300" y="2849975"/>
            <a:ext cx="8928735" cy="8459470"/>
            <a:chOff x="11163300" y="2849975"/>
            <a:chExt cx="8928735" cy="8459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63300" y="4779141"/>
              <a:ext cx="8928607" cy="653017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305411" y="7646015"/>
              <a:ext cx="431800" cy="194310"/>
            </a:xfrm>
            <a:custGeom>
              <a:avLst/>
              <a:gdLst/>
              <a:ahLst/>
              <a:cxnLst/>
              <a:rect l="l" t="t" r="r" b="b"/>
              <a:pathLst>
                <a:path w="431800" h="194309">
                  <a:moveTo>
                    <a:pt x="215841" y="0"/>
                  </a:moveTo>
                  <a:lnTo>
                    <a:pt x="147617" y="4951"/>
                  </a:lnTo>
                  <a:lnTo>
                    <a:pt x="88366" y="18736"/>
                  </a:lnTo>
                  <a:lnTo>
                    <a:pt x="41643" y="39752"/>
                  </a:lnTo>
                  <a:lnTo>
                    <a:pt x="11003" y="66396"/>
                  </a:lnTo>
                  <a:lnTo>
                    <a:pt x="0" y="97065"/>
                  </a:lnTo>
                  <a:lnTo>
                    <a:pt x="11003" y="127749"/>
                  </a:lnTo>
                  <a:lnTo>
                    <a:pt x="41643" y="154396"/>
                  </a:lnTo>
                  <a:lnTo>
                    <a:pt x="88366" y="175409"/>
                  </a:lnTo>
                  <a:lnTo>
                    <a:pt x="147617" y="189189"/>
                  </a:lnTo>
                  <a:lnTo>
                    <a:pt x="215841" y="194137"/>
                  </a:lnTo>
                  <a:lnTo>
                    <a:pt x="284061" y="189189"/>
                  </a:lnTo>
                  <a:lnTo>
                    <a:pt x="343308" y="175409"/>
                  </a:lnTo>
                  <a:lnTo>
                    <a:pt x="390027" y="154396"/>
                  </a:lnTo>
                  <a:lnTo>
                    <a:pt x="420665" y="127749"/>
                  </a:lnTo>
                  <a:lnTo>
                    <a:pt x="431668" y="97065"/>
                  </a:lnTo>
                  <a:lnTo>
                    <a:pt x="420665" y="66396"/>
                  </a:lnTo>
                  <a:lnTo>
                    <a:pt x="390027" y="39752"/>
                  </a:lnTo>
                  <a:lnTo>
                    <a:pt x="343308" y="18736"/>
                  </a:lnTo>
                  <a:lnTo>
                    <a:pt x="284061" y="4951"/>
                  </a:lnTo>
                  <a:lnTo>
                    <a:pt x="215841" y="0"/>
                  </a:lnTo>
                  <a:close/>
                </a:path>
              </a:pathLst>
            </a:custGeom>
            <a:solidFill>
              <a:srgbClr val="0096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3305411" y="7622523"/>
              <a:ext cx="427355" cy="194310"/>
            </a:xfrm>
            <a:custGeom>
              <a:avLst/>
              <a:gdLst/>
              <a:ahLst/>
              <a:cxnLst/>
              <a:rect l="l" t="t" r="r" b="b"/>
              <a:pathLst>
                <a:path w="427355" h="194309">
                  <a:moveTo>
                    <a:pt x="213637" y="0"/>
                  </a:moveTo>
                  <a:lnTo>
                    <a:pt x="146113" y="4948"/>
                  </a:lnTo>
                  <a:lnTo>
                    <a:pt x="87467" y="18728"/>
                  </a:lnTo>
                  <a:lnTo>
                    <a:pt x="41220" y="39741"/>
                  </a:lnTo>
                  <a:lnTo>
                    <a:pt x="10891" y="66389"/>
                  </a:lnTo>
                  <a:lnTo>
                    <a:pt x="0" y="97073"/>
                  </a:lnTo>
                  <a:lnTo>
                    <a:pt x="10891" y="127753"/>
                  </a:lnTo>
                  <a:lnTo>
                    <a:pt x="41220" y="154397"/>
                  </a:lnTo>
                  <a:lnTo>
                    <a:pt x="87467" y="175406"/>
                  </a:lnTo>
                  <a:lnTo>
                    <a:pt x="146113" y="189183"/>
                  </a:lnTo>
                  <a:lnTo>
                    <a:pt x="213637" y="194130"/>
                  </a:lnTo>
                  <a:lnTo>
                    <a:pt x="281161" y="189183"/>
                  </a:lnTo>
                  <a:lnTo>
                    <a:pt x="339802" y="175406"/>
                  </a:lnTo>
                  <a:lnTo>
                    <a:pt x="386045" y="154397"/>
                  </a:lnTo>
                  <a:lnTo>
                    <a:pt x="416370" y="127753"/>
                  </a:lnTo>
                  <a:lnTo>
                    <a:pt x="427261" y="97073"/>
                  </a:lnTo>
                  <a:lnTo>
                    <a:pt x="416370" y="66389"/>
                  </a:lnTo>
                  <a:lnTo>
                    <a:pt x="386045" y="39741"/>
                  </a:lnTo>
                  <a:lnTo>
                    <a:pt x="339802" y="18728"/>
                  </a:lnTo>
                  <a:lnTo>
                    <a:pt x="281160" y="4948"/>
                  </a:lnTo>
                  <a:lnTo>
                    <a:pt x="213637" y="0"/>
                  </a:lnTo>
                  <a:close/>
                </a:path>
              </a:pathLst>
            </a:custGeom>
            <a:solidFill>
              <a:srgbClr val="516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035822" y="6113773"/>
              <a:ext cx="966469" cy="1605915"/>
            </a:xfrm>
            <a:custGeom>
              <a:avLst/>
              <a:gdLst/>
              <a:ahLst/>
              <a:cxnLst/>
              <a:rect l="l" t="t" r="r" b="b"/>
              <a:pathLst>
                <a:path w="966469" h="1605915">
                  <a:moveTo>
                    <a:pt x="491452" y="0"/>
                  </a:moveTo>
                  <a:lnTo>
                    <a:pt x="428795" y="2384"/>
                  </a:lnTo>
                  <a:lnTo>
                    <a:pt x="384328" y="9393"/>
                  </a:lnTo>
                  <a:lnTo>
                    <a:pt x="341289" y="20807"/>
                  </a:lnTo>
                  <a:lnTo>
                    <a:pt x="299877" y="36409"/>
                  </a:lnTo>
                  <a:lnTo>
                    <a:pt x="260289" y="55979"/>
                  </a:lnTo>
                  <a:lnTo>
                    <a:pt x="222726" y="79299"/>
                  </a:lnTo>
                  <a:lnTo>
                    <a:pt x="187386" y="106152"/>
                  </a:lnTo>
                  <a:lnTo>
                    <a:pt x="154467" y="136318"/>
                  </a:lnTo>
                  <a:lnTo>
                    <a:pt x="124169" y="169579"/>
                  </a:lnTo>
                  <a:lnTo>
                    <a:pt x="96691" y="205717"/>
                  </a:lnTo>
                  <a:lnTo>
                    <a:pt x="72232" y="244514"/>
                  </a:lnTo>
                  <a:lnTo>
                    <a:pt x="50989" y="285751"/>
                  </a:lnTo>
                  <a:lnTo>
                    <a:pt x="33163" y="329209"/>
                  </a:lnTo>
                  <a:lnTo>
                    <a:pt x="18952" y="374671"/>
                  </a:lnTo>
                  <a:lnTo>
                    <a:pt x="8556" y="421918"/>
                  </a:lnTo>
                  <a:lnTo>
                    <a:pt x="2172" y="470731"/>
                  </a:lnTo>
                  <a:lnTo>
                    <a:pt x="0" y="520892"/>
                  </a:lnTo>
                  <a:lnTo>
                    <a:pt x="3249" y="567732"/>
                  </a:lnTo>
                  <a:lnTo>
                    <a:pt x="12434" y="626464"/>
                  </a:lnTo>
                  <a:lnTo>
                    <a:pt x="26710" y="684823"/>
                  </a:lnTo>
                  <a:lnTo>
                    <a:pt x="45233" y="730547"/>
                  </a:lnTo>
                  <a:lnTo>
                    <a:pt x="482994" y="1605823"/>
                  </a:lnTo>
                  <a:lnTo>
                    <a:pt x="920707" y="730547"/>
                  </a:lnTo>
                  <a:lnTo>
                    <a:pt x="939241" y="684823"/>
                  </a:lnTo>
                  <a:lnTo>
                    <a:pt x="953516" y="626464"/>
                  </a:lnTo>
                  <a:lnTo>
                    <a:pt x="962693" y="567732"/>
                  </a:lnTo>
                  <a:lnTo>
                    <a:pt x="965938" y="520892"/>
                  </a:lnTo>
                  <a:lnTo>
                    <a:pt x="963766" y="470731"/>
                  </a:lnTo>
                  <a:lnTo>
                    <a:pt x="957384" y="421918"/>
                  </a:lnTo>
                  <a:lnTo>
                    <a:pt x="946989" y="374671"/>
                  </a:lnTo>
                  <a:lnTo>
                    <a:pt x="932782" y="329209"/>
                  </a:lnTo>
                  <a:lnTo>
                    <a:pt x="914959" y="285751"/>
                  </a:lnTo>
                  <a:lnTo>
                    <a:pt x="893721" y="244514"/>
                  </a:lnTo>
                  <a:lnTo>
                    <a:pt x="869265" y="205717"/>
                  </a:lnTo>
                  <a:lnTo>
                    <a:pt x="841790" y="169579"/>
                  </a:lnTo>
                  <a:lnTo>
                    <a:pt x="811495" y="136318"/>
                  </a:lnTo>
                  <a:lnTo>
                    <a:pt x="778579" y="106152"/>
                  </a:lnTo>
                  <a:lnTo>
                    <a:pt x="743240" y="79299"/>
                  </a:lnTo>
                  <a:lnTo>
                    <a:pt x="705677" y="55979"/>
                  </a:lnTo>
                  <a:lnTo>
                    <a:pt x="666088" y="36409"/>
                  </a:lnTo>
                  <a:lnTo>
                    <a:pt x="624673" y="20807"/>
                  </a:lnTo>
                  <a:lnTo>
                    <a:pt x="581629" y="9393"/>
                  </a:lnTo>
                  <a:lnTo>
                    <a:pt x="537156" y="2384"/>
                  </a:lnTo>
                  <a:lnTo>
                    <a:pt x="491452" y="0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3256728" y="6300684"/>
              <a:ext cx="524510" cy="551815"/>
            </a:xfrm>
            <a:custGeom>
              <a:avLst/>
              <a:gdLst/>
              <a:ahLst/>
              <a:cxnLst/>
              <a:rect l="l" t="t" r="r" b="b"/>
              <a:pathLst>
                <a:path w="524509" h="551815">
                  <a:moveTo>
                    <a:pt x="262087" y="0"/>
                  </a:moveTo>
                  <a:lnTo>
                    <a:pt x="214978" y="4443"/>
                  </a:lnTo>
                  <a:lnTo>
                    <a:pt x="170639" y="17256"/>
                  </a:lnTo>
                  <a:lnTo>
                    <a:pt x="129809" y="37660"/>
                  </a:lnTo>
                  <a:lnTo>
                    <a:pt x="93230" y="64876"/>
                  </a:lnTo>
                  <a:lnTo>
                    <a:pt x="61641" y="98126"/>
                  </a:lnTo>
                  <a:lnTo>
                    <a:pt x="35784" y="136632"/>
                  </a:lnTo>
                  <a:lnTo>
                    <a:pt x="16397" y="179615"/>
                  </a:lnTo>
                  <a:lnTo>
                    <a:pt x="4222" y="226298"/>
                  </a:lnTo>
                  <a:lnTo>
                    <a:pt x="0" y="275901"/>
                  </a:lnTo>
                  <a:lnTo>
                    <a:pt x="4222" y="325505"/>
                  </a:lnTo>
                  <a:lnTo>
                    <a:pt x="16397" y="372187"/>
                  </a:lnTo>
                  <a:lnTo>
                    <a:pt x="35784" y="415170"/>
                  </a:lnTo>
                  <a:lnTo>
                    <a:pt x="61642" y="453676"/>
                  </a:lnTo>
                  <a:lnTo>
                    <a:pt x="93230" y="486926"/>
                  </a:lnTo>
                  <a:lnTo>
                    <a:pt x="129810" y="514142"/>
                  </a:lnTo>
                  <a:lnTo>
                    <a:pt x="170639" y="534546"/>
                  </a:lnTo>
                  <a:lnTo>
                    <a:pt x="214978" y="547359"/>
                  </a:lnTo>
                  <a:lnTo>
                    <a:pt x="262087" y="551803"/>
                  </a:lnTo>
                  <a:lnTo>
                    <a:pt x="309182" y="547359"/>
                  </a:lnTo>
                  <a:lnTo>
                    <a:pt x="353507" y="534546"/>
                  </a:lnTo>
                  <a:lnTo>
                    <a:pt x="394325" y="514142"/>
                  </a:lnTo>
                  <a:lnTo>
                    <a:pt x="430893" y="486926"/>
                  </a:lnTo>
                  <a:lnTo>
                    <a:pt x="462472" y="453676"/>
                  </a:lnTo>
                  <a:lnTo>
                    <a:pt x="488322" y="415170"/>
                  </a:lnTo>
                  <a:lnTo>
                    <a:pt x="507702" y="372187"/>
                  </a:lnTo>
                  <a:lnTo>
                    <a:pt x="519873" y="325505"/>
                  </a:lnTo>
                  <a:lnTo>
                    <a:pt x="524095" y="275901"/>
                  </a:lnTo>
                  <a:lnTo>
                    <a:pt x="519873" y="226298"/>
                  </a:lnTo>
                  <a:lnTo>
                    <a:pt x="507702" y="179615"/>
                  </a:lnTo>
                  <a:lnTo>
                    <a:pt x="488321" y="136632"/>
                  </a:lnTo>
                  <a:lnTo>
                    <a:pt x="462471" y="98126"/>
                  </a:lnTo>
                  <a:lnTo>
                    <a:pt x="430892" y="64876"/>
                  </a:lnTo>
                  <a:lnTo>
                    <a:pt x="394324" y="37660"/>
                  </a:lnTo>
                  <a:lnTo>
                    <a:pt x="353507" y="17256"/>
                  </a:lnTo>
                  <a:lnTo>
                    <a:pt x="309181" y="4443"/>
                  </a:lnTo>
                  <a:lnTo>
                    <a:pt x="2620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270641" y="10610120"/>
              <a:ext cx="431800" cy="194310"/>
            </a:xfrm>
            <a:custGeom>
              <a:avLst/>
              <a:gdLst/>
              <a:ahLst/>
              <a:cxnLst/>
              <a:rect l="l" t="t" r="r" b="b"/>
              <a:pathLst>
                <a:path w="431800" h="194309">
                  <a:moveTo>
                    <a:pt x="215841" y="0"/>
                  </a:moveTo>
                  <a:lnTo>
                    <a:pt x="147617" y="4951"/>
                  </a:lnTo>
                  <a:lnTo>
                    <a:pt x="88366" y="18736"/>
                  </a:lnTo>
                  <a:lnTo>
                    <a:pt x="41643" y="39752"/>
                  </a:lnTo>
                  <a:lnTo>
                    <a:pt x="11003" y="66396"/>
                  </a:lnTo>
                  <a:lnTo>
                    <a:pt x="0" y="97065"/>
                  </a:lnTo>
                  <a:lnTo>
                    <a:pt x="11003" y="127749"/>
                  </a:lnTo>
                  <a:lnTo>
                    <a:pt x="41643" y="154396"/>
                  </a:lnTo>
                  <a:lnTo>
                    <a:pt x="88366" y="175409"/>
                  </a:lnTo>
                  <a:lnTo>
                    <a:pt x="147617" y="189189"/>
                  </a:lnTo>
                  <a:lnTo>
                    <a:pt x="215841" y="194137"/>
                  </a:lnTo>
                  <a:lnTo>
                    <a:pt x="284061" y="189189"/>
                  </a:lnTo>
                  <a:lnTo>
                    <a:pt x="343308" y="175409"/>
                  </a:lnTo>
                  <a:lnTo>
                    <a:pt x="390027" y="154396"/>
                  </a:lnTo>
                  <a:lnTo>
                    <a:pt x="420665" y="127749"/>
                  </a:lnTo>
                  <a:lnTo>
                    <a:pt x="431668" y="97065"/>
                  </a:lnTo>
                  <a:lnTo>
                    <a:pt x="420665" y="66396"/>
                  </a:lnTo>
                  <a:lnTo>
                    <a:pt x="390027" y="39752"/>
                  </a:lnTo>
                  <a:lnTo>
                    <a:pt x="343308" y="18736"/>
                  </a:lnTo>
                  <a:lnTo>
                    <a:pt x="284061" y="4951"/>
                  </a:lnTo>
                  <a:lnTo>
                    <a:pt x="215841" y="0"/>
                  </a:lnTo>
                  <a:close/>
                </a:path>
              </a:pathLst>
            </a:custGeom>
            <a:solidFill>
              <a:srgbClr val="F8A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2270641" y="10586628"/>
              <a:ext cx="427355" cy="194310"/>
            </a:xfrm>
            <a:custGeom>
              <a:avLst/>
              <a:gdLst/>
              <a:ahLst/>
              <a:cxnLst/>
              <a:rect l="l" t="t" r="r" b="b"/>
              <a:pathLst>
                <a:path w="427354" h="194309">
                  <a:moveTo>
                    <a:pt x="213637" y="0"/>
                  </a:moveTo>
                  <a:lnTo>
                    <a:pt x="146113" y="4948"/>
                  </a:lnTo>
                  <a:lnTo>
                    <a:pt x="87467" y="18728"/>
                  </a:lnTo>
                  <a:lnTo>
                    <a:pt x="41220" y="39741"/>
                  </a:lnTo>
                  <a:lnTo>
                    <a:pt x="10891" y="66389"/>
                  </a:lnTo>
                  <a:lnTo>
                    <a:pt x="0" y="97073"/>
                  </a:lnTo>
                  <a:lnTo>
                    <a:pt x="10891" y="127753"/>
                  </a:lnTo>
                  <a:lnTo>
                    <a:pt x="41220" y="154397"/>
                  </a:lnTo>
                  <a:lnTo>
                    <a:pt x="87467" y="175406"/>
                  </a:lnTo>
                  <a:lnTo>
                    <a:pt x="146113" y="189183"/>
                  </a:lnTo>
                  <a:lnTo>
                    <a:pt x="213637" y="194130"/>
                  </a:lnTo>
                  <a:lnTo>
                    <a:pt x="281161" y="189183"/>
                  </a:lnTo>
                  <a:lnTo>
                    <a:pt x="339802" y="175406"/>
                  </a:lnTo>
                  <a:lnTo>
                    <a:pt x="386045" y="154397"/>
                  </a:lnTo>
                  <a:lnTo>
                    <a:pt x="416370" y="127753"/>
                  </a:lnTo>
                  <a:lnTo>
                    <a:pt x="427261" y="97073"/>
                  </a:lnTo>
                  <a:lnTo>
                    <a:pt x="416370" y="66389"/>
                  </a:lnTo>
                  <a:lnTo>
                    <a:pt x="386045" y="39741"/>
                  </a:lnTo>
                  <a:lnTo>
                    <a:pt x="339802" y="18728"/>
                  </a:lnTo>
                  <a:lnTo>
                    <a:pt x="281160" y="4948"/>
                  </a:lnTo>
                  <a:lnTo>
                    <a:pt x="213637" y="0"/>
                  </a:lnTo>
                  <a:close/>
                </a:path>
              </a:pathLst>
            </a:custGeom>
            <a:solidFill>
              <a:srgbClr val="0096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2001052" y="9077878"/>
              <a:ext cx="966469" cy="1605915"/>
            </a:xfrm>
            <a:custGeom>
              <a:avLst/>
              <a:gdLst/>
              <a:ahLst/>
              <a:cxnLst/>
              <a:rect l="l" t="t" r="r" b="b"/>
              <a:pathLst>
                <a:path w="966470" h="1605915">
                  <a:moveTo>
                    <a:pt x="491452" y="0"/>
                  </a:moveTo>
                  <a:lnTo>
                    <a:pt x="428795" y="2384"/>
                  </a:lnTo>
                  <a:lnTo>
                    <a:pt x="384328" y="9393"/>
                  </a:lnTo>
                  <a:lnTo>
                    <a:pt x="341289" y="20807"/>
                  </a:lnTo>
                  <a:lnTo>
                    <a:pt x="299877" y="36409"/>
                  </a:lnTo>
                  <a:lnTo>
                    <a:pt x="260289" y="55979"/>
                  </a:lnTo>
                  <a:lnTo>
                    <a:pt x="222726" y="79299"/>
                  </a:lnTo>
                  <a:lnTo>
                    <a:pt x="187386" y="106152"/>
                  </a:lnTo>
                  <a:lnTo>
                    <a:pt x="154467" y="136318"/>
                  </a:lnTo>
                  <a:lnTo>
                    <a:pt x="124169" y="169579"/>
                  </a:lnTo>
                  <a:lnTo>
                    <a:pt x="96691" y="205717"/>
                  </a:lnTo>
                  <a:lnTo>
                    <a:pt x="72232" y="244514"/>
                  </a:lnTo>
                  <a:lnTo>
                    <a:pt x="50989" y="285751"/>
                  </a:lnTo>
                  <a:lnTo>
                    <a:pt x="33163" y="329209"/>
                  </a:lnTo>
                  <a:lnTo>
                    <a:pt x="18952" y="374671"/>
                  </a:lnTo>
                  <a:lnTo>
                    <a:pt x="8556" y="421918"/>
                  </a:lnTo>
                  <a:lnTo>
                    <a:pt x="2172" y="470731"/>
                  </a:lnTo>
                  <a:lnTo>
                    <a:pt x="0" y="520892"/>
                  </a:lnTo>
                  <a:lnTo>
                    <a:pt x="3249" y="567732"/>
                  </a:lnTo>
                  <a:lnTo>
                    <a:pt x="12434" y="626464"/>
                  </a:lnTo>
                  <a:lnTo>
                    <a:pt x="26710" y="684823"/>
                  </a:lnTo>
                  <a:lnTo>
                    <a:pt x="45233" y="730547"/>
                  </a:lnTo>
                  <a:lnTo>
                    <a:pt x="482994" y="1605823"/>
                  </a:lnTo>
                  <a:lnTo>
                    <a:pt x="920707" y="730547"/>
                  </a:lnTo>
                  <a:lnTo>
                    <a:pt x="939241" y="684823"/>
                  </a:lnTo>
                  <a:lnTo>
                    <a:pt x="953516" y="626464"/>
                  </a:lnTo>
                  <a:lnTo>
                    <a:pt x="962693" y="567732"/>
                  </a:lnTo>
                  <a:lnTo>
                    <a:pt x="965938" y="520892"/>
                  </a:lnTo>
                  <a:lnTo>
                    <a:pt x="963766" y="470731"/>
                  </a:lnTo>
                  <a:lnTo>
                    <a:pt x="957384" y="421918"/>
                  </a:lnTo>
                  <a:lnTo>
                    <a:pt x="946989" y="374671"/>
                  </a:lnTo>
                  <a:lnTo>
                    <a:pt x="932782" y="329209"/>
                  </a:lnTo>
                  <a:lnTo>
                    <a:pt x="914959" y="285751"/>
                  </a:lnTo>
                  <a:lnTo>
                    <a:pt x="893721" y="244514"/>
                  </a:lnTo>
                  <a:lnTo>
                    <a:pt x="869265" y="205717"/>
                  </a:lnTo>
                  <a:lnTo>
                    <a:pt x="841790" y="169579"/>
                  </a:lnTo>
                  <a:lnTo>
                    <a:pt x="811495" y="136318"/>
                  </a:lnTo>
                  <a:lnTo>
                    <a:pt x="778579" y="106152"/>
                  </a:lnTo>
                  <a:lnTo>
                    <a:pt x="743240" y="79299"/>
                  </a:lnTo>
                  <a:lnTo>
                    <a:pt x="705677" y="55979"/>
                  </a:lnTo>
                  <a:lnTo>
                    <a:pt x="666088" y="36409"/>
                  </a:lnTo>
                  <a:lnTo>
                    <a:pt x="624673" y="20807"/>
                  </a:lnTo>
                  <a:lnTo>
                    <a:pt x="581629" y="9393"/>
                  </a:lnTo>
                  <a:lnTo>
                    <a:pt x="537156" y="2384"/>
                  </a:lnTo>
                  <a:lnTo>
                    <a:pt x="491452" y="0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2221958" y="9264789"/>
              <a:ext cx="524510" cy="551815"/>
            </a:xfrm>
            <a:custGeom>
              <a:avLst/>
              <a:gdLst/>
              <a:ahLst/>
              <a:cxnLst/>
              <a:rect l="l" t="t" r="r" b="b"/>
              <a:pathLst>
                <a:path w="524509" h="551815">
                  <a:moveTo>
                    <a:pt x="262087" y="0"/>
                  </a:moveTo>
                  <a:lnTo>
                    <a:pt x="214978" y="4443"/>
                  </a:lnTo>
                  <a:lnTo>
                    <a:pt x="170639" y="17256"/>
                  </a:lnTo>
                  <a:lnTo>
                    <a:pt x="129809" y="37660"/>
                  </a:lnTo>
                  <a:lnTo>
                    <a:pt x="93230" y="64876"/>
                  </a:lnTo>
                  <a:lnTo>
                    <a:pt x="61641" y="98126"/>
                  </a:lnTo>
                  <a:lnTo>
                    <a:pt x="35784" y="136632"/>
                  </a:lnTo>
                  <a:lnTo>
                    <a:pt x="16397" y="179615"/>
                  </a:lnTo>
                  <a:lnTo>
                    <a:pt x="4222" y="226298"/>
                  </a:lnTo>
                  <a:lnTo>
                    <a:pt x="0" y="275901"/>
                  </a:lnTo>
                  <a:lnTo>
                    <a:pt x="4222" y="325505"/>
                  </a:lnTo>
                  <a:lnTo>
                    <a:pt x="16397" y="372187"/>
                  </a:lnTo>
                  <a:lnTo>
                    <a:pt x="35784" y="415170"/>
                  </a:lnTo>
                  <a:lnTo>
                    <a:pt x="61642" y="453676"/>
                  </a:lnTo>
                  <a:lnTo>
                    <a:pt x="93230" y="486926"/>
                  </a:lnTo>
                  <a:lnTo>
                    <a:pt x="129810" y="514142"/>
                  </a:lnTo>
                  <a:lnTo>
                    <a:pt x="170639" y="534546"/>
                  </a:lnTo>
                  <a:lnTo>
                    <a:pt x="214978" y="547359"/>
                  </a:lnTo>
                  <a:lnTo>
                    <a:pt x="262087" y="551803"/>
                  </a:lnTo>
                  <a:lnTo>
                    <a:pt x="309182" y="547359"/>
                  </a:lnTo>
                  <a:lnTo>
                    <a:pt x="353507" y="534546"/>
                  </a:lnTo>
                  <a:lnTo>
                    <a:pt x="394325" y="514142"/>
                  </a:lnTo>
                  <a:lnTo>
                    <a:pt x="430893" y="486926"/>
                  </a:lnTo>
                  <a:lnTo>
                    <a:pt x="462472" y="453676"/>
                  </a:lnTo>
                  <a:lnTo>
                    <a:pt x="488322" y="415170"/>
                  </a:lnTo>
                  <a:lnTo>
                    <a:pt x="507702" y="372187"/>
                  </a:lnTo>
                  <a:lnTo>
                    <a:pt x="519873" y="325505"/>
                  </a:lnTo>
                  <a:lnTo>
                    <a:pt x="524095" y="275901"/>
                  </a:lnTo>
                  <a:lnTo>
                    <a:pt x="519873" y="226298"/>
                  </a:lnTo>
                  <a:lnTo>
                    <a:pt x="507702" y="179615"/>
                  </a:lnTo>
                  <a:lnTo>
                    <a:pt x="488321" y="136632"/>
                  </a:lnTo>
                  <a:lnTo>
                    <a:pt x="462471" y="98126"/>
                  </a:lnTo>
                  <a:lnTo>
                    <a:pt x="430892" y="64876"/>
                  </a:lnTo>
                  <a:lnTo>
                    <a:pt x="394324" y="37660"/>
                  </a:lnTo>
                  <a:lnTo>
                    <a:pt x="353507" y="17256"/>
                  </a:lnTo>
                  <a:lnTo>
                    <a:pt x="309181" y="4443"/>
                  </a:lnTo>
                  <a:lnTo>
                    <a:pt x="2620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638718" y="5719832"/>
              <a:ext cx="375285" cy="169545"/>
            </a:xfrm>
            <a:custGeom>
              <a:avLst/>
              <a:gdLst/>
              <a:ahLst/>
              <a:cxnLst/>
              <a:rect l="l" t="t" r="r" b="b"/>
              <a:pathLst>
                <a:path w="375284" h="169545">
                  <a:moveTo>
                    <a:pt x="187506" y="0"/>
                  </a:moveTo>
                  <a:lnTo>
                    <a:pt x="128238" y="4310"/>
                  </a:lnTo>
                  <a:lnTo>
                    <a:pt x="76766" y="16310"/>
                  </a:lnTo>
                  <a:lnTo>
                    <a:pt x="36176" y="34604"/>
                  </a:lnTo>
                  <a:lnTo>
                    <a:pt x="0" y="84495"/>
                  </a:lnTo>
                  <a:lnTo>
                    <a:pt x="9558" y="111205"/>
                  </a:lnTo>
                  <a:lnTo>
                    <a:pt x="36176" y="134402"/>
                  </a:lnTo>
                  <a:lnTo>
                    <a:pt x="76766" y="152693"/>
                  </a:lnTo>
                  <a:lnTo>
                    <a:pt x="128238" y="164689"/>
                  </a:lnTo>
                  <a:lnTo>
                    <a:pt x="187507" y="168996"/>
                  </a:lnTo>
                  <a:lnTo>
                    <a:pt x="246771" y="164689"/>
                  </a:lnTo>
                  <a:lnTo>
                    <a:pt x="298240" y="152693"/>
                  </a:lnTo>
                  <a:lnTo>
                    <a:pt x="338827" y="134402"/>
                  </a:lnTo>
                  <a:lnTo>
                    <a:pt x="365443" y="111205"/>
                  </a:lnTo>
                  <a:lnTo>
                    <a:pt x="375001" y="84495"/>
                  </a:lnTo>
                  <a:lnTo>
                    <a:pt x="365443" y="57798"/>
                  </a:lnTo>
                  <a:lnTo>
                    <a:pt x="338827" y="34604"/>
                  </a:lnTo>
                  <a:lnTo>
                    <a:pt x="298240" y="16310"/>
                  </a:lnTo>
                  <a:lnTo>
                    <a:pt x="246771" y="4310"/>
                  </a:lnTo>
                  <a:lnTo>
                    <a:pt x="187506" y="0"/>
                  </a:lnTo>
                  <a:close/>
                </a:path>
              </a:pathLst>
            </a:custGeom>
            <a:solidFill>
              <a:srgbClr val="0096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6638718" y="5699383"/>
              <a:ext cx="371475" cy="169545"/>
            </a:xfrm>
            <a:custGeom>
              <a:avLst/>
              <a:gdLst/>
              <a:ahLst/>
              <a:cxnLst/>
              <a:rect l="l" t="t" r="r" b="b"/>
              <a:pathLst>
                <a:path w="371475" h="169545">
                  <a:moveTo>
                    <a:pt x="185592" y="0"/>
                  </a:moveTo>
                  <a:lnTo>
                    <a:pt x="126932" y="4307"/>
                  </a:lnTo>
                  <a:lnTo>
                    <a:pt x="75985" y="16303"/>
                  </a:lnTo>
                  <a:lnTo>
                    <a:pt x="35809" y="34594"/>
                  </a:lnTo>
                  <a:lnTo>
                    <a:pt x="0" y="84501"/>
                  </a:lnTo>
                  <a:lnTo>
                    <a:pt x="9461" y="111209"/>
                  </a:lnTo>
                  <a:lnTo>
                    <a:pt x="35809" y="134402"/>
                  </a:lnTo>
                  <a:lnTo>
                    <a:pt x="75985" y="152690"/>
                  </a:lnTo>
                  <a:lnTo>
                    <a:pt x="126932" y="164683"/>
                  </a:lnTo>
                  <a:lnTo>
                    <a:pt x="185592" y="168990"/>
                  </a:lnTo>
                  <a:lnTo>
                    <a:pt x="244251" y="164683"/>
                  </a:lnTo>
                  <a:lnTo>
                    <a:pt x="295195" y="152690"/>
                  </a:lnTo>
                  <a:lnTo>
                    <a:pt x="335367" y="134402"/>
                  </a:lnTo>
                  <a:lnTo>
                    <a:pt x="361712" y="111209"/>
                  </a:lnTo>
                  <a:lnTo>
                    <a:pt x="371172" y="84501"/>
                  </a:lnTo>
                  <a:lnTo>
                    <a:pt x="361712" y="57791"/>
                  </a:lnTo>
                  <a:lnTo>
                    <a:pt x="335367" y="34594"/>
                  </a:lnTo>
                  <a:lnTo>
                    <a:pt x="295195" y="16303"/>
                  </a:lnTo>
                  <a:lnTo>
                    <a:pt x="244251" y="4307"/>
                  </a:lnTo>
                  <a:lnTo>
                    <a:pt x="185592" y="0"/>
                  </a:lnTo>
                  <a:close/>
                </a:path>
              </a:pathLst>
            </a:custGeom>
            <a:solidFill>
              <a:srgbClr val="516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6404520" y="4386018"/>
              <a:ext cx="839469" cy="1398270"/>
            </a:xfrm>
            <a:custGeom>
              <a:avLst/>
              <a:gdLst/>
              <a:ahLst/>
              <a:cxnLst/>
              <a:rect l="l" t="t" r="r" b="b"/>
              <a:pathLst>
                <a:path w="839469" h="1398270">
                  <a:moveTo>
                    <a:pt x="426937" y="0"/>
                  </a:moveTo>
                  <a:lnTo>
                    <a:pt x="367289" y="2660"/>
                  </a:lnTo>
                  <a:lnTo>
                    <a:pt x="323777" y="10459"/>
                  </a:lnTo>
                  <a:lnTo>
                    <a:pt x="281917" y="23118"/>
                  </a:lnTo>
                  <a:lnTo>
                    <a:pt x="241961" y="40361"/>
                  </a:lnTo>
                  <a:lnTo>
                    <a:pt x="204159" y="61912"/>
                  </a:lnTo>
                  <a:lnTo>
                    <a:pt x="168764" y="87493"/>
                  </a:lnTo>
                  <a:lnTo>
                    <a:pt x="136027" y="116828"/>
                  </a:lnTo>
                  <a:lnTo>
                    <a:pt x="106199" y="149640"/>
                  </a:lnTo>
                  <a:lnTo>
                    <a:pt x="79533" y="185652"/>
                  </a:lnTo>
                  <a:lnTo>
                    <a:pt x="56279" y="224588"/>
                  </a:lnTo>
                  <a:lnTo>
                    <a:pt x="36689" y="266171"/>
                  </a:lnTo>
                  <a:lnTo>
                    <a:pt x="21015" y="310124"/>
                  </a:lnTo>
                  <a:lnTo>
                    <a:pt x="9507" y="356170"/>
                  </a:lnTo>
                  <a:lnTo>
                    <a:pt x="2418" y="404033"/>
                  </a:lnTo>
                  <a:lnTo>
                    <a:pt x="0" y="453436"/>
                  </a:lnTo>
                  <a:lnTo>
                    <a:pt x="2822" y="494210"/>
                  </a:lnTo>
                  <a:lnTo>
                    <a:pt x="10801" y="545336"/>
                  </a:lnTo>
                  <a:lnTo>
                    <a:pt x="23203" y="596138"/>
                  </a:lnTo>
                  <a:lnTo>
                    <a:pt x="39295" y="635940"/>
                  </a:lnTo>
                  <a:lnTo>
                    <a:pt x="419589" y="1397866"/>
                  </a:lnTo>
                  <a:lnTo>
                    <a:pt x="799842" y="635940"/>
                  </a:lnTo>
                  <a:lnTo>
                    <a:pt x="815943" y="596138"/>
                  </a:lnTo>
                  <a:lnTo>
                    <a:pt x="828344" y="545336"/>
                  </a:lnTo>
                  <a:lnTo>
                    <a:pt x="836316" y="494210"/>
                  </a:lnTo>
                  <a:lnTo>
                    <a:pt x="839135" y="453436"/>
                  </a:lnTo>
                  <a:lnTo>
                    <a:pt x="836717" y="404033"/>
                  </a:lnTo>
                  <a:lnTo>
                    <a:pt x="829630" y="356170"/>
                  </a:lnTo>
                  <a:lnTo>
                    <a:pt x="818125" y="310124"/>
                  </a:lnTo>
                  <a:lnTo>
                    <a:pt x="802454" y="266171"/>
                  </a:lnTo>
                  <a:lnTo>
                    <a:pt x="782868" y="224588"/>
                  </a:lnTo>
                  <a:lnTo>
                    <a:pt x="759617" y="185652"/>
                  </a:lnTo>
                  <a:lnTo>
                    <a:pt x="732954" y="149640"/>
                  </a:lnTo>
                  <a:lnTo>
                    <a:pt x="703130" y="116828"/>
                  </a:lnTo>
                  <a:lnTo>
                    <a:pt x="670395" y="87493"/>
                  </a:lnTo>
                  <a:lnTo>
                    <a:pt x="635001" y="61912"/>
                  </a:lnTo>
                  <a:lnTo>
                    <a:pt x="597199" y="40361"/>
                  </a:lnTo>
                  <a:lnTo>
                    <a:pt x="557240" y="23118"/>
                  </a:lnTo>
                  <a:lnTo>
                    <a:pt x="515376" y="10459"/>
                  </a:lnTo>
                  <a:lnTo>
                    <a:pt x="471858" y="2660"/>
                  </a:lnTo>
                  <a:lnTo>
                    <a:pt x="426937" y="0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6596426" y="4548724"/>
              <a:ext cx="455295" cy="480695"/>
            </a:xfrm>
            <a:custGeom>
              <a:avLst/>
              <a:gdLst/>
              <a:ahLst/>
              <a:cxnLst/>
              <a:rect l="l" t="t" r="r" b="b"/>
              <a:pathLst>
                <a:path w="455294" h="480695">
                  <a:moveTo>
                    <a:pt x="227681" y="0"/>
                  </a:moveTo>
                  <a:lnTo>
                    <a:pt x="181797" y="4878"/>
                  </a:lnTo>
                  <a:lnTo>
                    <a:pt x="139060" y="18869"/>
                  </a:lnTo>
                  <a:lnTo>
                    <a:pt x="100385" y="41008"/>
                  </a:lnTo>
                  <a:lnTo>
                    <a:pt x="66688" y="70332"/>
                  </a:lnTo>
                  <a:lnTo>
                    <a:pt x="38886" y="105875"/>
                  </a:lnTo>
                  <a:lnTo>
                    <a:pt x="17893" y="146672"/>
                  </a:lnTo>
                  <a:lnTo>
                    <a:pt x="4625" y="191759"/>
                  </a:lnTo>
                  <a:lnTo>
                    <a:pt x="0" y="240171"/>
                  </a:lnTo>
                  <a:lnTo>
                    <a:pt x="4625" y="288584"/>
                  </a:lnTo>
                  <a:lnTo>
                    <a:pt x="17893" y="333671"/>
                  </a:lnTo>
                  <a:lnTo>
                    <a:pt x="38886" y="374468"/>
                  </a:lnTo>
                  <a:lnTo>
                    <a:pt x="66688" y="410011"/>
                  </a:lnTo>
                  <a:lnTo>
                    <a:pt x="100385" y="439334"/>
                  </a:lnTo>
                  <a:lnTo>
                    <a:pt x="139060" y="461474"/>
                  </a:lnTo>
                  <a:lnTo>
                    <a:pt x="181798" y="475465"/>
                  </a:lnTo>
                  <a:lnTo>
                    <a:pt x="227682" y="480343"/>
                  </a:lnTo>
                  <a:lnTo>
                    <a:pt x="273552" y="475465"/>
                  </a:lnTo>
                  <a:lnTo>
                    <a:pt x="316277" y="461474"/>
                  </a:lnTo>
                  <a:lnTo>
                    <a:pt x="354940" y="439334"/>
                  </a:lnTo>
                  <a:lnTo>
                    <a:pt x="388626" y="410011"/>
                  </a:lnTo>
                  <a:lnTo>
                    <a:pt x="416420" y="374468"/>
                  </a:lnTo>
                  <a:lnTo>
                    <a:pt x="437407" y="333671"/>
                  </a:lnTo>
                  <a:lnTo>
                    <a:pt x="450670" y="288584"/>
                  </a:lnTo>
                  <a:lnTo>
                    <a:pt x="455295" y="240171"/>
                  </a:lnTo>
                  <a:lnTo>
                    <a:pt x="450670" y="191759"/>
                  </a:lnTo>
                  <a:lnTo>
                    <a:pt x="437407" y="146672"/>
                  </a:lnTo>
                  <a:lnTo>
                    <a:pt x="416420" y="105875"/>
                  </a:lnTo>
                  <a:lnTo>
                    <a:pt x="388626" y="70332"/>
                  </a:lnTo>
                  <a:lnTo>
                    <a:pt x="354940" y="41008"/>
                  </a:lnTo>
                  <a:lnTo>
                    <a:pt x="316276" y="18869"/>
                  </a:lnTo>
                  <a:lnTo>
                    <a:pt x="273552" y="4878"/>
                  </a:lnTo>
                  <a:lnTo>
                    <a:pt x="227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9017944" y="4679061"/>
              <a:ext cx="509270" cy="229870"/>
            </a:xfrm>
            <a:custGeom>
              <a:avLst/>
              <a:gdLst/>
              <a:ahLst/>
              <a:cxnLst/>
              <a:rect l="l" t="t" r="r" b="b"/>
              <a:pathLst>
                <a:path w="509269" h="229870">
                  <a:moveTo>
                    <a:pt x="254610" y="0"/>
                  </a:moveTo>
                  <a:lnTo>
                    <a:pt x="186923" y="4097"/>
                  </a:lnTo>
                  <a:lnTo>
                    <a:pt x="126101" y="15660"/>
                  </a:lnTo>
                  <a:lnTo>
                    <a:pt x="74571" y="33591"/>
                  </a:lnTo>
                  <a:lnTo>
                    <a:pt x="34760" y="56796"/>
                  </a:lnTo>
                  <a:lnTo>
                    <a:pt x="0" y="114644"/>
                  </a:lnTo>
                  <a:lnTo>
                    <a:pt x="9094" y="145124"/>
                  </a:lnTo>
                  <a:lnTo>
                    <a:pt x="74571" y="195717"/>
                  </a:lnTo>
                  <a:lnTo>
                    <a:pt x="126101" y="213644"/>
                  </a:lnTo>
                  <a:lnTo>
                    <a:pt x="186923" y="225201"/>
                  </a:lnTo>
                  <a:lnTo>
                    <a:pt x="254610" y="229296"/>
                  </a:lnTo>
                  <a:lnTo>
                    <a:pt x="322293" y="225201"/>
                  </a:lnTo>
                  <a:lnTo>
                    <a:pt x="383111" y="213644"/>
                  </a:lnTo>
                  <a:lnTo>
                    <a:pt x="434637" y="195717"/>
                  </a:lnTo>
                  <a:lnTo>
                    <a:pt x="474446" y="172513"/>
                  </a:lnTo>
                  <a:lnTo>
                    <a:pt x="509204" y="114644"/>
                  </a:lnTo>
                  <a:lnTo>
                    <a:pt x="500110" y="84179"/>
                  </a:lnTo>
                  <a:lnTo>
                    <a:pt x="434637" y="33591"/>
                  </a:lnTo>
                  <a:lnTo>
                    <a:pt x="383111" y="15660"/>
                  </a:lnTo>
                  <a:lnTo>
                    <a:pt x="322293" y="4097"/>
                  </a:lnTo>
                  <a:lnTo>
                    <a:pt x="254610" y="0"/>
                  </a:lnTo>
                  <a:close/>
                </a:path>
              </a:pathLst>
            </a:custGeom>
            <a:solidFill>
              <a:srgbClr val="0096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017944" y="4651315"/>
              <a:ext cx="504190" cy="229870"/>
            </a:xfrm>
            <a:custGeom>
              <a:avLst/>
              <a:gdLst/>
              <a:ahLst/>
              <a:cxnLst/>
              <a:rect l="l" t="t" r="r" b="b"/>
              <a:pathLst>
                <a:path w="504190" h="229870">
                  <a:moveTo>
                    <a:pt x="252011" y="0"/>
                  </a:moveTo>
                  <a:lnTo>
                    <a:pt x="185018" y="4095"/>
                  </a:lnTo>
                  <a:lnTo>
                    <a:pt x="124818" y="15652"/>
                  </a:lnTo>
                  <a:lnTo>
                    <a:pt x="73813" y="33579"/>
                  </a:lnTo>
                  <a:lnTo>
                    <a:pt x="34407" y="56783"/>
                  </a:lnTo>
                  <a:lnTo>
                    <a:pt x="0" y="114653"/>
                  </a:lnTo>
                  <a:lnTo>
                    <a:pt x="9002" y="145130"/>
                  </a:lnTo>
                  <a:lnTo>
                    <a:pt x="73814" y="195715"/>
                  </a:lnTo>
                  <a:lnTo>
                    <a:pt x="124818" y="213639"/>
                  </a:lnTo>
                  <a:lnTo>
                    <a:pt x="185018" y="225194"/>
                  </a:lnTo>
                  <a:lnTo>
                    <a:pt x="252011" y="229288"/>
                  </a:lnTo>
                  <a:lnTo>
                    <a:pt x="319003" y="225194"/>
                  </a:lnTo>
                  <a:lnTo>
                    <a:pt x="379199" y="213639"/>
                  </a:lnTo>
                  <a:lnTo>
                    <a:pt x="430200" y="195715"/>
                  </a:lnTo>
                  <a:lnTo>
                    <a:pt x="469602" y="172515"/>
                  </a:lnTo>
                  <a:lnTo>
                    <a:pt x="504005" y="114653"/>
                  </a:lnTo>
                  <a:lnTo>
                    <a:pt x="495004" y="84172"/>
                  </a:lnTo>
                  <a:lnTo>
                    <a:pt x="430200" y="33579"/>
                  </a:lnTo>
                  <a:lnTo>
                    <a:pt x="379199" y="15652"/>
                  </a:lnTo>
                  <a:lnTo>
                    <a:pt x="319003" y="4095"/>
                  </a:lnTo>
                  <a:lnTo>
                    <a:pt x="252011" y="0"/>
                  </a:lnTo>
                  <a:close/>
                </a:path>
              </a:pathLst>
            </a:custGeom>
            <a:solidFill>
              <a:srgbClr val="516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8699932" y="2869326"/>
              <a:ext cx="1139825" cy="1896745"/>
            </a:xfrm>
            <a:custGeom>
              <a:avLst/>
              <a:gdLst/>
              <a:ahLst/>
              <a:cxnLst/>
              <a:rect l="l" t="t" r="r" b="b"/>
              <a:pathLst>
                <a:path w="1139825" h="1896745">
                  <a:moveTo>
                    <a:pt x="579726" y="0"/>
                  </a:moveTo>
                  <a:lnTo>
                    <a:pt x="513814" y="2039"/>
                  </a:lnTo>
                  <a:lnTo>
                    <a:pt x="468931" y="8053"/>
                  </a:lnTo>
                  <a:lnTo>
                    <a:pt x="425215" y="17881"/>
                  </a:lnTo>
                  <a:lnTo>
                    <a:pt x="382808" y="31367"/>
                  </a:lnTo>
                  <a:lnTo>
                    <a:pt x="341855" y="48351"/>
                  </a:lnTo>
                  <a:lnTo>
                    <a:pt x="302500" y="68676"/>
                  </a:lnTo>
                  <a:lnTo>
                    <a:pt x="264887" y="92182"/>
                  </a:lnTo>
                  <a:lnTo>
                    <a:pt x="229160" y="118711"/>
                  </a:lnTo>
                  <a:lnTo>
                    <a:pt x="195464" y="148106"/>
                  </a:lnTo>
                  <a:lnTo>
                    <a:pt x="163941" y="180207"/>
                  </a:lnTo>
                  <a:lnTo>
                    <a:pt x="134737" y="214856"/>
                  </a:lnTo>
                  <a:lnTo>
                    <a:pt x="107996" y="251895"/>
                  </a:lnTo>
                  <a:lnTo>
                    <a:pt x="83861" y="291165"/>
                  </a:lnTo>
                  <a:lnTo>
                    <a:pt x="62476" y="332508"/>
                  </a:lnTo>
                  <a:lnTo>
                    <a:pt x="43986" y="375766"/>
                  </a:lnTo>
                  <a:lnTo>
                    <a:pt x="28535" y="420779"/>
                  </a:lnTo>
                  <a:lnTo>
                    <a:pt x="16267" y="467391"/>
                  </a:lnTo>
                  <a:lnTo>
                    <a:pt x="7326" y="515441"/>
                  </a:lnTo>
                  <a:lnTo>
                    <a:pt x="1855" y="564773"/>
                  </a:lnTo>
                  <a:lnTo>
                    <a:pt x="0" y="615227"/>
                  </a:lnTo>
                  <a:lnTo>
                    <a:pt x="2474" y="657898"/>
                  </a:lnTo>
                  <a:lnTo>
                    <a:pt x="9557" y="711412"/>
                  </a:lnTo>
                  <a:lnTo>
                    <a:pt x="20738" y="768353"/>
                  </a:lnTo>
                  <a:lnTo>
                    <a:pt x="35509" y="821305"/>
                  </a:lnTo>
                  <a:lnTo>
                    <a:pt x="53358" y="862851"/>
                  </a:lnTo>
                  <a:lnTo>
                    <a:pt x="569749" y="1896641"/>
                  </a:lnTo>
                  <a:lnTo>
                    <a:pt x="1086084" y="862851"/>
                  </a:lnTo>
                  <a:lnTo>
                    <a:pt x="1103945" y="821305"/>
                  </a:lnTo>
                  <a:lnTo>
                    <a:pt x="1118717" y="768354"/>
                  </a:lnTo>
                  <a:lnTo>
                    <a:pt x="1129892" y="711413"/>
                  </a:lnTo>
                  <a:lnTo>
                    <a:pt x="1136968" y="657899"/>
                  </a:lnTo>
                  <a:lnTo>
                    <a:pt x="1139439" y="615228"/>
                  </a:lnTo>
                  <a:lnTo>
                    <a:pt x="1137584" y="564774"/>
                  </a:lnTo>
                  <a:lnTo>
                    <a:pt x="1132115" y="515442"/>
                  </a:lnTo>
                  <a:lnTo>
                    <a:pt x="1123176" y="467391"/>
                  </a:lnTo>
                  <a:lnTo>
                    <a:pt x="1110910" y="420780"/>
                  </a:lnTo>
                  <a:lnTo>
                    <a:pt x="1095462" y="375766"/>
                  </a:lnTo>
                  <a:lnTo>
                    <a:pt x="1076976" y="332509"/>
                  </a:lnTo>
                  <a:lnTo>
                    <a:pt x="1055595" y="291166"/>
                  </a:lnTo>
                  <a:lnTo>
                    <a:pt x="1031464" y="251895"/>
                  </a:lnTo>
                  <a:lnTo>
                    <a:pt x="1004726" y="214857"/>
                  </a:lnTo>
                  <a:lnTo>
                    <a:pt x="975525" y="180207"/>
                  </a:lnTo>
                  <a:lnTo>
                    <a:pt x="944005" y="148106"/>
                  </a:lnTo>
                  <a:lnTo>
                    <a:pt x="910311" y="118712"/>
                  </a:lnTo>
                  <a:lnTo>
                    <a:pt x="874585" y="92182"/>
                  </a:lnTo>
                  <a:lnTo>
                    <a:pt x="836973" y="68676"/>
                  </a:lnTo>
                  <a:lnTo>
                    <a:pt x="797617" y="48352"/>
                  </a:lnTo>
                  <a:lnTo>
                    <a:pt x="756661" y="31367"/>
                  </a:lnTo>
                  <a:lnTo>
                    <a:pt x="714251" y="17882"/>
                  </a:lnTo>
                  <a:lnTo>
                    <a:pt x="670529" y="8053"/>
                  </a:lnTo>
                  <a:lnTo>
                    <a:pt x="625639" y="2039"/>
                  </a:lnTo>
                  <a:lnTo>
                    <a:pt x="579726" y="0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8960517" y="3090087"/>
              <a:ext cx="618490" cy="652145"/>
            </a:xfrm>
            <a:custGeom>
              <a:avLst/>
              <a:gdLst/>
              <a:ahLst/>
              <a:cxnLst/>
              <a:rect l="l" t="t" r="r" b="b"/>
              <a:pathLst>
                <a:path w="618490" h="652145">
                  <a:moveTo>
                    <a:pt x="309163" y="0"/>
                  </a:moveTo>
                  <a:lnTo>
                    <a:pt x="263479" y="3532"/>
                  </a:lnTo>
                  <a:lnTo>
                    <a:pt x="219875" y="13793"/>
                  </a:lnTo>
                  <a:lnTo>
                    <a:pt x="178831" y="30279"/>
                  </a:lnTo>
                  <a:lnTo>
                    <a:pt x="140824" y="52488"/>
                  </a:lnTo>
                  <a:lnTo>
                    <a:pt x="106332" y="79914"/>
                  </a:lnTo>
                  <a:lnTo>
                    <a:pt x="75835" y="112056"/>
                  </a:lnTo>
                  <a:lnTo>
                    <a:pt x="49810" y="148409"/>
                  </a:lnTo>
                  <a:lnTo>
                    <a:pt x="28735" y="188470"/>
                  </a:lnTo>
                  <a:lnTo>
                    <a:pt x="13090" y="231736"/>
                  </a:lnTo>
                  <a:lnTo>
                    <a:pt x="3352" y="277703"/>
                  </a:lnTo>
                  <a:lnTo>
                    <a:pt x="0" y="325867"/>
                  </a:lnTo>
                  <a:lnTo>
                    <a:pt x="3352" y="374032"/>
                  </a:lnTo>
                  <a:lnTo>
                    <a:pt x="13090" y="419998"/>
                  </a:lnTo>
                  <a:lnTo>
                    <a:pt x="28735" y="463264"/>
                  </a:lnTo>
                  <a:lnTo>
                    <a:pt x="49810" y="503325"/>
                  </a:lnTo>
                  <a:lnTo>
                    <a:pt x="75835" y="539679"/>
                  </a:lnTo>
                  <a:lnTo>
                    <a:pt x="106332" y="571820"/>
                  </a:lnTo>
                  <a:lnTo>
                    <a:pt x="140824" y="599247"/>
                  </a:lnTo>
                  <a:lnTo>
                    <a:pt x="178831" y="621455"/>
                  </a:lnTo>
                  <a:lnTo>
                    <a:pt x="219876" y="637942"/>
                  </a:lnTo>
                  <a:lnTo>
                    <a:pt x="263479" y="648203"/>
                  </a:lnTo>
                  <a:lnTo>
                    <a:pt x="309163" y="651735"/>
                  </a:lnTo>
                  <a:lnTo>
                    <a:pt x="354833" y="648203"/>
                  </a:lnTo>
                  <a:lnTo>
                    <a:pt x="398424" y="637942"/>
                  </a:lnTo>
                  <a:lnTo>
                    <a:pt x="439456" y="621456"/>
                  </a:lnTo>
                  <a:lnTo>
                    <a:pt x="477451" y="599247"/>
                  </a:lnTo>
                  <a:lnTo>
                    <a:pt x="511932" y="571821"/>
                  </a:lnTo>
                  <a:lnTo>
                    <a:pt x="542420" y="539679"/>
                  </a:lnTo>
                  <a:lnTo>
                    <a:pt x="568437" y="503326"/>
                  </a:lnTo>
                  <a:lnTo>
                    <a:pt x="589505" y="463264"/>
                  </a:lnTo>
                  <a:lnTo>
                    <a:pt x="605146" y="419999"/>
                  </a:lnTo>
                  <a:lnTo>
                    <a:pt x="614881" y="374032"/>
                  </a:lnTo>
                  <a:lnTo>
                    <a:pt x="618232" y="325868"/>
                  </a:lnTo>
                  <a:lnTo>
                    <a:pt x="614881" y="277703"/>
                  </a:lnTo>
                  <a:lnTo>
                    <a:pt x="605146" y="231736"/>
                  </a:lnTo>
                  <a:lnTo>
                    <a:pt x="589505" y="188471"/>
                  </a:lnTo>
                  <a:lnTo>
                    <a:pt x="568437" y="148410"/>
                  </a:lnTo>
                  <a:lnTo>
                    <a:pt x="542420" y="112056"/>
                  </a:lnTo>
                  <a:lnTo>
                    <a:pt x="511932" y="79915"/>
                  </a:lnTo>
                  <a:lnTo>
                    <a:pt x="477451" y="52488"/>
                  </a:lnTo>
                  <a:lnTo>
                    <a:pt x="439455" y="30279"/>
                  </a:lnTo>
                  <a:lnTo>
                    <a:pt x="398423" y="13793"/>
                  </a:lnTo>
                  <a:lnTo>
                    <a:pt x="354833" y="3532"/>
                  </a:lnTo>
                  <a:lnTo>
                    <a:pt x="3091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4684502" y="2859500"/>
              <a:ext cx="3423285" cy="0"/>
            </a:xfrm>
            <a:custGeom>
              <a:avLst/>
              <a:gdLst/>
              <a:ahLst/>
              <a:cxnLst/>
              <a:rect l="l" t="t" r="r" b="b"/>
              <a:pathLst>
                <a:path w="3423284" h="0">
                  <a:moveTo>
                    <a:pt x="-371" y="213"/>
                  </a:moveTo>
                  <a:lnTo>
                    <a:pt x="3422446" y="213"/>
                  </a:lnTo>
                </a:path>
              </a:pathLst>
            </a:custGeom>
            <a:ln w="19049">
              <a:solidFill>
                <a:srgbClr val="30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419100" y="665702"/>
            <a:ext cx="10688320" cy="631190"/>
          </a:xfrm>
          <a:prstGeom prst="rect"/>
          <a:solidFill>
            <a:srgbClr val="375F92"/>
          </a:solidFill>
        </p:spPr>
        <p:txBody>
          <a:bodyPr wrap="square" lIns="0" tIns="114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90"/>
              </a:spcBef>
            </a:pPr>
            <a:r>
              <a:rPr dirty="0" sz="3500" spc="270"/>
              <a:t>Code</a:t>
            </a:r>
            <a:r>
              <a:rPr dirty="0" sz="3500" spc="-70"/>
              <a:t> </a:t>
            </a:r>
            <a:r>
              <a:rPr dirty="0" sz="3500" spc="254"/>
              <a:t>Lens</a:t>
            </a:r>
            <a:r>
              <a:rPr dirty="0" sz="3500" spc="-90"/>
              <a:t> </a:t>
            </a:r>
            <a:r>
              <a:rPr dirty="0" sz="3500" spc="130"/>
              <a:t>Feature-</a:t>
            </a:r>
            <a:r>
              <a:rPr dirty="0" sz="3500" spc="-100"/>
              <a:t> </a:t>
            </a:r>
            <a:r>
              <a:rPr dirty="0" sz="3500" spc="150"/>
              <a:t>Development</a:t>
            </a:r>
            <a:r>
              <a:rPr dirty="0" sz="3500" spc="-55"/>
              <a:t> </a:t>
            </a:r>
            <a:r>
              <a:rPr dirty="0" sz="3500" spc="100"/>
              <a:t>Path</a:t>
            </a:r>
            <a:endParaRPr sz="3500"/>
          </a:p>
        </p:txBody>
      </p:sp>
      <p:sp>
        <p:nvSpPr>
          <p:cNvPr id="22" name="object 22"/>
          <p:cNvSpPr txBox="1"/>
          <p:nvPr/>
        </p:nvSpPr>
        <p:spPr>
          <a:xfrm>
            <a:off x="7601646" y="9477673"/>
            <a:ext cx="3063875" cy="1339215"/>
          </a:xfrm>
          <a:prstGeom prst="rect">
            <a:avLst/>
          </a:prstGeom>
        </p:spPr>
        <p:txBody>
          <a:bodyPr wrap="square" lIns="0" tIns="1117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dirty="0" sz="230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155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2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45">
                <a:solidFill>
                  <a:srgbClr val="FFFFFF"/>
                </a:solidFill>
                <a:latin typeface="Calibri"/>
                <a:cs typeface="Calibri"/>
              </a:rPr>
              <a:t>Refractor</a:t>
            </a:r>
            <a:endParaRPr sz="2300">
              <a:latin typeface="Calibri"/>
              <a:cs typeface="Calibri"/>
            </a:endParaRPr>
          </a:p>
          <a:p>
            <a:pPr algn="r" marL="614045" marR="5080" indent="1532890">
              <a:lnSpc>
                <a:spcPts val="1900"/>
              </a:lnSpc>
              <a:spcBef>
                <a:spcPts val="1095"/>
              </a:spcBef>
            </a:pPr>
            <a:r>
              <a:rPr dirty="0" sz="1950" spc="75">
                <a:solidFill>
                  <a:srgbClr val="FFFFFF"/>
                </a:solidFill>
                <a:latin typeface="Calibri"/>
                <a:cs typeface="Calibri"/>
              </a:rPr>
              <a:t>Analysis </a:t>
            </a:r>
            <a:r>
              <a:rPr dirty="0" sz="1950" spc="125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195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2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r>
              <a:rPr dirty="0" sz="195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5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endParaRPr sz="1950">
              <a:latin typeface="Calibri"/>
              <a:cs typeface="Calibri"/>
            </a:endParaRPr>
          </a:p>
          <a:p>
            <a:pPr algn="r" marR="5080">
              <a:lnSpc>
                <a:spcPts val="1900"/>
              </a:lnSpc>
            </a:pPr>
            <a:r>
              <a:rPr dirty="0" sz="1950" spc="80">
                <a:solidFill>
                  <a:srgbClr val="FFFFFF"/>
                </a:solidFill>
                <a:latin typeface="Calibri"/>
                <a:cs typeface="Calibri"/>
              </a:rPr>
              <a:t>Dependencies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384418" y="2189204"/>
            <a:ext cx="3356610" cy="916940"/>
          </a:xfrm>
          <a:prstGeom prst="rect">
            <a:avLst/>
          </a:prstGeom>
        </p:spPr>
        <p:txBody>
          <a:bodyPr wrap="square" lIns="0" tIns="143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2300" spc="110">
                <a:solidFill>
                  <a:srgbClr val="FFFFFF"/>
                </a:solidFill>
                <a:latin typeface="Calibri"/>
                <a:cs typeface="Calibri"/>
              </a:rPr>
              <a:t>Gen</a:t>
            </a:r>
            <a:r>
              <a:rPr dirty="0" sz="23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3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-8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23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75">
                <a:solidFill>
                  <a:srgbClr val="FFFFFF"/>
                </a:solidFill>
                <a:latin typeface="Calibri"/>
                <a:cs typeface="Calibri"/>
              </a:rPr>
              <a:t>Agentic</a:t>
            </a:r>
            <a:r>
              <a:rPr dirty="0" sz="23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45">
                <a:solidFill>
                  <a:srgbClr val="FFFFFF"/>
                </a:solidFill>
                <a:latin typeface="Calibri"/>
                <a:cs typeface="Calibri"/>
              </a:rPr>
              <a:t>Feature</a:t>
            </a:r>
            <a:endParaRPr sz="2300">
              <a:latin typeface="Calibri"/>
              <a:cs typeface="Calibri"/>
            </a:endParaRPr>
          </a:p>
          <a:p>
            <a:pPr marL="1700530">
              <a:lnSpc>
                <a:spcPct val="100000"/>
              </a:lnSpc>
              <a:spcBef>
                <a:spcPts val="880"/>
              </a:spcBef>
            </a:pPr>
            <a:r>
              <a:rPr dirty="0" sz="1950" spc="125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19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Migration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447018" y="3019348"/>
            <a:ext cx="6294120" cy="22421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71315">
              <a:lnSpc>
                <a:spcPct val="100000"/>
              </a:lnSpc>
              <a:spcBef>
                <a:spcPts val="130"/>
              </a:spcBef>
            </a:pPr>
            <a:r>
              <a:rPr dirty="0" sz="1950" spc="114">
                <a:solidFill>
                  <a:srgbClr val="FFFFFF"/>
                </a:solidFill>
                <a:latin typeface="Calibri"/>
                <a:cs typeface="Calibri"/>
              </a:rPr>
              <a:t>Cloud</a:t>
            </a:r>
            <a:r>
              <a:rPr dirty="0" sz="19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40">
                <a:solidFill>
                  <a:srgbClr val="FFFFFF"/>
                </a:solidFill>
                <a:latin typeface="Calibri"/>
                <a:cs typeface="Calibri"/>
              </a:rPr>
              <a:t>Optimization</a:t>
            </a: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402590" algn="l"/>
              </a:tabLst>
            </a:pPr>
            <a:r>
              <a:rPr dirty="0" u="heavy" sz="2300">
                <a:solidFill>
                  <a:srgbClr val="FFFFFF"/>
                </a:solidFill>
                <a:uFill>
                  <a:solidFill>
                    <a:srgbClr val="3071C4"/>
                  </a:solidFill>
                </a:uFill>
                <a:latin typeface="Calibri"/>
                <a:cs typeface="Calibri"/>
              </a:rPr>
              <a:t>	</a:t>
            </a:r>
            <a:r>
              <a:rPr dirty="0" u="heavy" sz="2300" spc="70">
                <a:solidFill>
                  <a:srgbClr val="FFFFFF"/>
                </a:solidFill>
                <a:uFill>
                  <a:solidFill>
                    <a:srgbClr val="3071C4"/>
                  </a:solidFill>
                </a:uFill>
                <a:latin typeface="Calibri"/>
                <a:cs typeface="Calibri"/>
              </a:rPr>
              <a:t>Quality</a:t>
            </a:r>
            <a:r>
              <a:rPr dirty="0" u="heavy" sz="2300" spc="-80">
                <a:solidFill>
                  <a:srgbClr val="FFFFFF"/>
                </a:solidFill>
                <a:uFill>
                  <a:solidFill>
                    <a:srgbClr val="3071C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300" spc="175">
                <a:solidFill>
                  <a:srgbClr val="FFFFFF"/>
                </a:solidFill>
                <a:uFill>
                  <a:solidFill>
                    <a:srgbClr val="3071C4"/>
                  </a:solidFill>
                </a:uFill>
                <a:latin typeface="Calibri"/>
                <a:cs typeface="Calibri"/>
              </a:rPr>
              <a:t>Scan</a:t>
            </a:r>
            <a:r>
              <a:rPr dirty="0" u="heavy" sz="2300" spc="-50">
                <a:solidFill>
                  <a:srgbClr val="FFFFFF"/>
                </a:solidFill>
                <a:uFill>
                  <a:solidFill>
                    <a:srgbClr val="3071C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300" spc="-105">
                <a:solidFill>
                  <a:srgbClr val="FFFFFF"/>
                </a:solidFill>
                <a:uFill>
                  <a:solidFill>
                    <a:srgbClr val="3071C4"/>
                  </a:solidFill>
                </a:uFill>
                <a:latin typeface="Calibri"/>
                <a:cs typeface="Calibri"/>
              </a:rPr>
              <a:t>/</a:t>
            </a:r>
            <a:r>
              <a:rPr dirty="0" u="heavy" sz="2300" spc="-55">
                <a:solidFill>
                  <a:srgbClr val="FFFFFF"/>
                </a:solidFill>
                <a:uFill>
                  <a:solidFill>
                    <a:srgbClr val="3071C4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300" spc="55">
                <a:solidFill>
                  <a:srgbClr val="FFFFFF"/>
                </a:solidFill>
                <a:uFill>
                  <a:solidFill>
                    <a:srgbClr val="3071C4"/>
                  </a:solidFill>
                </a:uFill>
                <a:latin typeface="Calibri"/>
                <a:cs typeface="Calibri"/>
              </a:rPr>
              <a:t>Measure</a:t>
            </a:r>
            <a:r>
              <a:rPr dirty="0" u="heavy" sz="2300" spc="575">
                <a:solidFill>
                  <a:srgbClr val="FFFFFF"/>
                </a:solidFill>
                <a:uFill>
                  <a:solidFill>
                    <a:srgbClr val="3071C4"/>
                  </a:solidFill>
                </a:uFill>
                <a:latin typeface="Calibri"/>
                <a:cs typeface="Calibri"/>
              </a:rPr>
              <a:t> </a:t>
            </a:r>
            <a:endParaRPr sz="2300">
              <a:latin typeface="Calibri"/>
              <a:cs typeface="Calibri"/>
            </a:endParaRPr>
          </a:p>
          <a:p>
            <a:pPr algn="ctr" marL="2908300" marR="2837815" indent="-635">
              <a:lnSpc>
                <a:spcPts val="1900"/>
              </a:lnSpc>
              <a:spcBef>
                <a:spcPts val="1250"/>
              </a:spcBef>
            </a:pPr>
            <a:r>
              <a:rPr dirty="0" sz="1950" spc="135">
                <a:solidFill>
                  <a:srgbClr val="FFFFFF"/>
                </a:solidFill>
                <a:latin typeface="Calibri"/>
                <a:cs typeface="Calibri"/>
              </a:rPr>
              <a:t>CWE </a:t>
            </a:r>
            <a:r>
              <a:rPr dirty="0" sz="1950" spc="100">
                <a:solidFill>
                  <a:srgbClr val="FFFFFF"/>
                </a:solidFill>
                <a:latin typeface="Calibri"/>
                <a:cs typeface="Calibri"/>
              </a:rPr>
              <a:t>ISO</a:t>
            </a:r>
            <a:endParaRPr sz="1950">
              <a:latin typeface="Calibri"/>
              <a:cs typeface="Calibri"/>
            </a:endParaRPr>
          </a:p>
          <a:p>
            <a:pPr marL="1918970">
              <a:lnSpc>
                <a:spcPts val="1900"/>
              </a:lnSpc>
            </a:pPr>
            <a:r>
              <a:rPr dirty="0" sz="1950" spc="5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dirty="0" sz="19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135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58272" y="6311486"/>
            <a:ext cx="1704975" cy="3822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2300" spc="1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3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300" spc="55">
                <a:solidFill>
                  <a:srgbClr val="FFFFFF"/>
                </a:solidFill>
                <a:latin typeface="Calibri"/>
                <a:cs typeface="Calibri"/>
              </a:rPr>
              <a:t>Imaging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97347" y="6690317"/>
            <a:ext cx="2143760" cy="80899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algn="r" marL="178435" marR="5080" indent="-166370">
              <a:lnSpc>
                <a:spcPts val="1900"/>
              </a:lnSpc>
              <a:spcBef>
                <a:spcPts val="560"/>
              </a:spcBef>
            </a:pPr>
            <a:r>
              <a:rPr dirty="0" sz="1950" spc="70">
                <a:solidFill>
                  <a:srgbClr val="FFFFFF"/>
                </a:solidFill>
                <a:latin typeface="Calibri"/>
                <a:cs typeface="Calibri"/>
              </a:rPr>
              <a:t>Function</a:t>
            </a:r>
            <a:r>
              <a:rPr dirty="0" sz="195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140">
                <a:solidFill>
                  <a:srgbClr val="FFFFFF"/>
                </a:solidFill>
                <a:latin typeface="Calibri"/>
                <a:cs typeface="Calibri"/>
              </a:rPr>
              <a:t>Call</a:t>
            </a:r>
            <a:r>
              <a:rPr dirty="0" sz="1950" spc="3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40">
                <a:solidFill>
                  <a:srgbClr val="FFFFFF"/>
                </a:solidFill>
                <a:latin typeface="Calibri"/>
                <a:cs typeface="Calibri"/>
              </a:rPr>
              <a:t>Level </a:t>
            </a:r>
            <a:r>
              <a:rPr dirty="0" sz="1950" spc="75">
                <a:solidFill>
                  <a:srgbClr val="FFFFFF"/>
                </a:solidFill>
                <a:latin typeface="Calibri"/>
                <a:cs typeface="Calibri"/>
              </a:rPr>
              <a:t>Dependency</a:t>
            </a:r>
            <a:r>
              <a:rPr dirty="0" sz="195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950" spc="45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endParaRPr sz="1950">
              <a:latin typeface="Calibri"/>
              <a:cs typeface="Calibri"/>
            </a:endParaRPr>
          </a:p>
          <a:p>
            <a:pPr algn="r" marR="5715">
              <a:lnSpc>
                <a:spcPts val="1900"/>
              </a:lnSpc>
            </a:pPr>
            <a:r>
              <a:rPr dirty="0" sz="1950" spc="-10">
                <a:solidFill>
                  <a:srgbClr val="FFFFFF"/>
                </a:solidFill>
                <a:latin typeface="Calibri"/>
                <a:cs typeface="Calibri"/>
              </a:rPr>
              <a:t>Mapping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9713" y="1905408"/>
            <a:ext cx="6373495" cy="4286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50" spc="100" b="1">
                <a:solidFill>
                  <a:srgbClr val="FFFFFF"/>
                </a:solidFill>
                <a:latin typeface="Calibri"/>
                <a:cs typeface="Calibri"/>
              </a:rPr>
              <a:t>Development</a:t>
            </a:r>
            <a:r>
              <a:rPr dirty="0" sz="2650" spc="-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50" spc="8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65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50" spc="114" b="1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dirty="0" sz="265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50" spc="8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65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50" spc="85" b="1">
                <a:solidFill>
                  <a:srgbClr val="FFFFFF"/>
                </a:solidFill>
                <a:latin typeface="Calibri"/>
                <a:cs typeface="Calibri"/>
              </a:rPr>
              <a:t>Implementation</a:t>
            </a:r>
            <a:endParaRPr sz="26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8244337" y="1858048"/>
            <a:ext cx="915035" cy="777875"/>
            <a:chOff x="18244337" y="1858048"/>
            <a:chExt cx="915035" cy="777875"/>
          </a:xfrm>
        </p:grpSpPr>
        <p:sp>
          <p:nvSpPr>
            <p:cNvPr id="29" name="object 29"/>
            <p:cNvSpPr/>
            <p:nvPr/>
          </p:nvSpPr>
          <p:spPr>
            <a:xfrm>
              <a:off x="18487392" y="1923747"/>
              <a:ext cx="446405" cy="389255"/>
            </a:xfrm>
            <a:custGeom>
              <a:avLst/>
              <a:gdLst/>
              <a:ahLst/>
              <a:cxnLst/>
              <a:rect l="l" t="t" r="r" b="b"/>
              <a:pathLst>
                <a:path w="446405" h="389255">
                  <a:moveTo>
                    <a:pt x="239047" y="326484"/>
                  </a:moveTo>
                  <a:lnTo>
                    <a:pt x="210140" y="326483"/>
                  </a:lnTo>
                  <a:lnTo>
                    <a:pt x="200444" y="377360"/>
                  </a:lnTo>
                  <a:lnTo>
                    <a:pt x="200319" y="378014"/>
                  </a:lnTo>
                  <a:lnTo>
                    <a:pt x="202008" y="382130"/>
                  </a:lnTo>
                  <a:lnTo>
                    <a:pt x="209141" y="387666"/>
                  </a:lnTo>
                  <a:lnTo>
                    <a:pt x="214114" y="388705"/>
                  </a:lnTo>
                  <a:lnTo>
                    <a:pt x="218761" y="387666"/>
                  </a:lnTo>
                  <a:lnTo>
                    <a:pt x="275395" y="364554"/>
                  </a:lnTo>
                  <a:lnTo>
                    <a:pt x="282559" y="357893"/>
                  </a:lnTo>
                  <a:lnTo>
                    <a:pt x="233063" y="357893"/>
                  </a:lnTo>
                  <a:lnTo>
                    <a:pt x="239047" y="326484"/>
                  </a:lnTo>
                  <a:close/>
                </a:path>
                <a:path w="446405" h="389255">
                  <a:moveTo>
                    <a:pt x="173307" y="305456"/>
                  </a:moveTo>
                  <a:lnTo>
                    <a:pt x="130994" y="305456"/>
                  </a:lnTo>
                  <a:lnTo>
                    <a:pt x="152016" y="321815"/>
                  </a:lnTo>
                  <a:lnTo>
                    <a:pt x="113588" y="361128"/>
                  </a:lnTo>
                  <a:lnTo>
                    <a:pt x="114427" y="368793"/>
                  </a:lnTo>
                  <a:lnTo>
                    <a:pt x="126533" y="377360"/>
                  </a:lnTo>
                  <a:lnTo>
                    <a:pt x="135503" y="376665"/>
                  </a:lnTo>
                  <a:lnTo>
                    <a:pt x="173104" y="338229"/>
                  </a:lnTo>
                  <a:lnTo>
                    <a:pt x="181152" y="338229"/>
                  </a:lnTo>
                  <a:lnTo>
                    <a:pt x="184633" y="336912"/>
                  </a:lnTo>
                  <a:lnTo>
                    <a:pt x="193323" y="333489"/>
                  </a:lnTo>
                  <a:lnTo>
                    <a:pt x="201822" y="330011"/>
                  </a:lnTo>
                  <a:lnTo>
                    <a:pt x="210140" y="326483"/>
                  </a:lnTo>
                  <a:lnTo>
                    <a:pt x="239047" y="326484"/>
                  </a:lnTo>
                  <a:lnTo>
                    <a:pt x="241852" y="311762"/>
                  </a:lnTo>
                  <a:lnTo>
                    <a:pt x="242300" y="311529"/>
                  </a:lnTo>
                  <a:lnTo>
                    <a:pt x="181111" y="311529"/>
                  </a:lnTo>
                  <a:lnTo>
                    <a:pt x="173307" y="305456"/>
                  </a:lnTo>
                  <a:close/>
                </a:path>
                <a:path w="446405" h="389255">
                  <a:moveTo>
                    <a:pt x="129081" y="271039"/>
                  </a:moveTo>
                  <a:lnTo>
                    <a:pt x="86766" y="271039"/>
                  </a:lnTo>
                  <a:lnTo>
                    <a:pt x="109924" y="289056"/>
                  </a:lnTo>
                  <a:lnTo>
                    <a:pt x="43496" y="350203"/>
                  </a:lnTo>
                  <a:lnTo>
                    <a:pt x="43859" y="357893"/>
                  </a:lnTo>
                  <a:lnTo>
                    <a:pt x="55423" y="366988"/>
                  </a:lnTo>
                  <a:lnTo>
                    <a:pt x="64417" y="366694"/>
                  </a:lnTo>
                  <a:lnTo>
                    <a:pt x="130994" y="305456"/>
                  </a:lnTo>
                  <a:lnTo>
                    <a:pt x="173307" y="305456"/>
                  </a:lnTo>
                  <a:lnTo>
                    <a:pt x="129081" y="271039"/>
                  </a:lnTo>
                  <a:close/>
                </a:path>
                <a:path w="446405" h="389255">
                  <a:moveTo>
                    <a:pt x="338929" y="270533"/>
                  </a:moveTo>
                  <a:lnTo>
                    <a:pt x="310725" y="270533"/>
                  </a:lnTo>
                  <a:lnTo>
                    <a:pt x="302806" y="293072"/>
                  </a:lnTo>
                  <a:lnTo>
                    <a:pt x="288497" y="317233"/>
                  </a:lnTo>
                  <a:lnTo>
                    <a:pt x="265891" y="339856"/>
                  </a:lnTo>
                  <a:lnTo>
                    <a:pt x="232880" y="357893"/>
                  </a:lnTo>
                  <a:lnTo>
                    <a:pt x="282559" y="357893"/>
                  </a:lnTo>
                  <a:lnTo>
                    <a:pt x="311620" y="330877"/>
                  </a:lnTo>
                  <a:lnTo>
                    <a:pt x="332009" y="294426"/>
                  </a:lnTo>
                  <a:lnTo>
                    <a:pt x="338929" y="270533"/>
                  </a:lnTo>
                  <a:close/>
                </a:path>
                <a:path w="446405" h="389255">
                  <a:moveTo>
                    <a:pt x="181152" y="338229"/>
                  </a:moveTo>
                  <a:lnTo>
                    <a:pt x="173104" y="338229"/>
                  </a:lnTo>
                  <a:lnTo>
                    <a:pt x="175739" y="340277"/>
                  </a:lnTo>
                  <a:lnTo>
                    <a:pt x="181152" y="338229"/>
                  </a:lnTo>
                  <a:close/>
                </a:path>
                <a:path w="446405" h="389255">
                  <a:moveTo>
                    <a:pt x="446318" y="24485"/>
                  </a:moveTo>
                  <a:lnTo>
                    <a:pt x="418073" y="24485"/>
                  </a:lnTo>
                  <a:lnTo>
                    <a:pt x="417738" y="40452"/>
                  </a:lnTo>
                  <a:lnTo>
                    <a:pt x="417626" y="45737"/>
                  </a:lnTo>
                  <a:lnTo>
                    <a:pt x="414215" y="72463"/>
                  </a:lnTo>
                  <a:lnTo>
                    <a:pt x="392486" y="137511"/>
                  </a:lnTo>
                  <a:lnTo>
                    <a:pt x="371165" y="173422"/>
                  </a:lnTo>
                  <a:lnTo>
                    <a:pt x="340869" y="209985"/>
                  </a:lnTo>
                  <a:lnTo>
                    <a:pt x="300096" y="245994"/>
                  </a:lnTo>
                  <a:lnTo>
                    <a:pt x="247344" y="280244"/>
                  </a:lnTo>
                  <a:lnTo>
                    <a:pt x="181111" y="311529"/>
                  </a:lnTo>
                  <a:lnTo>
                    <a:pt x="242300" y="311529"/>
                  </a:lnTo>
                  <a:lnTo>
                    <a:pt x="259831" y="302400"/>
                  </a:lnTo>
                  <a:lnTo>
                    <a:pt x="277319" y="292398"/>
                  </a:lnTo>
                  <a:lnTo>
                    <a:pt x="294292" y="281771"/>
                  </a:lnTo>
                  <a:lnTo>
                    <a:pt x="310725" y="270533"/>
                  </a:lnTo>
                  <a:lnTo>
                    <a:pt x="338929" y="270533"/>
                  </a:lnTo>
                  <a:lnTo>
                    <a:pt x="341112" y="262995"/>
                  </a:lnTo>
                  <a:lnTo>
                    <a:pt x="343449" y="244607"/>
                  </a:lnTo>
                  <a:lnTo>
                    <a:pt x="343478" y="244380"/>
                  </a:lnTo>
                  <a:lnTo>
                    <a:pt x="392080" y="191364"/>
                  </a:lnTo>
                  <a:lnTo>
                    <a:pt x="422733" y="139110"/>
                  </a:lnTo>
                  <a:lnTo>
                    <a:pt x="439376" y="90809"/>
                  </a:lnTo>
                  <a:lnTo>
                    <a:pt x="445952" y="49651"/>
                  </a:lnTo>
                  <a:lnTo>
                    <a:pt x="446217" y="31426"/>
                  </a:lnTo>
                  <a:lnTo>
                    <a:pt x="446318" y="24485"/>
                  </a:lnTo>
                  <a:close/>
                </a:path>
                <a:path w="446405" h="389255">
                  <a:moveTo>
                    <a:pt x="105827" y="224999"/>
                  </a:moveTo>
                  <a:lnTo>
                    <a:pt x="67451" y="237957"/>
                  </a:lnTo>
                  <a:lnTo>
                    <a:pt x="61538" y="251401"/>
                  </a:lnTo>
                  <a:lnTo>
                    <a:pt x="65696" y="254640"/>
                  </a:lnTo>
                  <a:lnTo>
                    <a:pt x="22646" y="294272"/>
                  </a:lnTo>
                  <a:lnTo>
                    <a:pt x="23009" y="301963"/>
                  </a:lnTo>
                  <a:lnTo>
                    <a:pt x="34573" y="311062"/>
                  </a:lnTo>
                  <a:lnTo>
                    <a:pt x="43573" y="310768"/>
                  </a:lnTo>
                  <a:lnTo>
                    <a:pt x="86766" y="271039"/>
                  </a:lnTo>
                  <a:lnTo>
                    <a:pt x="129081" y="271039"/>
                  </a:lnTo>
                  <a:lnTo>
                    <a:pt x="95113" y="244606"/>
                  </a:lnTo>
                  <a:lnTo>
                    <a:pt x="95092" y="244379"/>
                  </a:lnTo>
                  <a:lnTo>
                    <a:pt x="105827" y="224999"/>
                  </a:lnTo>
                  <a:close/>
                </a:path>
                <a:path w="446405" h="389255">
                  <a:moveTo>
                    <a:pt x="440380" y="0"/>
                  </a:moveTo>
                  <a:lnTo>
                    <a:pt x="380501" y="3528"/>
                  </a:lnTo>
                  <a:lnTo>
                    <a:pt x="331358" y="12932"/>
                  </a:lnTo>
                  <a:lnTo>
                    <a:pt x="284373" y="27862"/>
                  </a:lnTo>
                  <a:lnTo>
                    <a:pt x="240188" y="48068"/>
                  </a:lnTo>
                  <a:lnTo>
                    <a:pt x="199446" y="73302"/>
                  </a:lnTo>
                  <a:lnTo>
                    <a:pt x="162789" y="103314"/>
                  </a:lnTo>
                  <a:lnTo>
                    <a:pt x="135858" y="108203"/>
                  </a:lnTo>
                  <a:lnTo>
                    <a:pt x="98232" y="119798"/>
                  </a:lnTo>
                  <a:lnTo>
                    <a:pt x="57937" y="140789"/>
                  </a:lnTo>
                  <a:lnTo>
                    <a:pt x="22996" y="173868"/>
                  </a:lnTo>
                  <a:lnTo>
                    <a:pt x="1433" y="221724"/>
                  </a:lnTo>
                  <a:lnTo>
                    <a:pt x="0" y="228330"/>
                  </a:lnTo>
                  <a:lnTo>
                    <a:pt x="5121" y="234672"/>
                  </a:lnTo>
                  <a:lnTo>
                    <a:pt x="14788" y="236197"/>
                  </a:lnTo>
                  <a:lnTo>
                    <a:pt x="16576" y="236197"/>
                  </a:lnTo>
                  <a:lnTo>
                    <a:pt x="73613" y="224999"/>
                  </a:lnTo>
                  <a:lnTo>
                    <a:pt x="105827" y="224999"/>
                  </a:lnTo>
                  <a:lnTo>
                    <a:pt x="115487" y="207561"/>
                  </a:lnTo>
                  <a:lnTo>
                    <a:pt x="35328" y="207560"/>
                  </a:lnTo>
                  <a:lnTo>
                    <a:pt x="53812" y="178473"/>
                  </a:lnTo>
                  <a:lnTo>
                    <a:pt x="78736" y="157318"/>
                  </a:lnTo>
                  <a:lnTo>
                    <a:pt x="106472" y="142839"/>
                  </a:lnTo>
                  <a:lnTo>
                    <a:pt x="133391" y="133781"/>
                  </a:lnTo>
                  <a:lnTo>
                    <a:pt x="170258" y="133781"/>
                  </a:lnTo>
                  <a:lnTo>
                    <a:pt x="202628" y="103493"/>
                  </a:lnTo>
                  <a:lnTo>
                    <a:pt x="243474" y="75341"/>
                  </a:lnTo>
                  <a:lnTo>
                    <a:pt x="284327" y="54709"/>
                  </a:lnTo>
                  <a:lnTo>
                    <a:pt x="323701" y="40452"/>
                  </a:lnTo>
                  <a:lnTo>
                    <a:pt x="392061" y="26485"/>
                  </a:lnTo>
                  <a:lnTo>
                    <a:pt x="418073" y="24485"/>
                  </a:lnTo>
                  <a:lnTo>
                    <a:pt x="446318" y="24485"/>
                  </a:lnTo>
                  <a:lnTo>
                    <a:pt x="446401" y="18824"/>
                  </a:lnTo>
                  <a:lnTo>
                    <a:pt x="442879" y="152"/>
                  </a:lnTo>
                  <a:lnTo>
                    <a:pt x="440380" y="0"/>
                  </a:lnTo>
                  <a:close/>
                </a:path>
                <a:path w="446405" h="389255">
                  <a:moveTo>
                    <a:pt x="170258" y="133781"/>
                  </a:moveTo>
                  <a:lnTo>
                    <a:pt x="120932" y="148957"/>
                  </a:lnTo>
                  <a:lnTo>
                    <a:pt x="98459" y="180660"/>
                  </a:lnTo>
                  <a:lnTo>
                    <a:pt x="88479" y="197148"/>
                  </a:lnTo>
                  <a:lnTo>
                    <a:pt x="35328" y="207560"/>
                  </a:lnTo>
                  <a:lnTo>
                    <a:pt x="115487" y="207561"/>
                  </a:lnTo>
                  <a:lnTo>
                    <a:pt x="126909" y="186941"/>
                  </a:lnTo>
                  <a:lnTo>
                    <a:pt x="163277" y="140312"/>
                  </a:lnTo>
                  <a:lnTo>
                    <a:pt x="170258" y="133781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51270" y="2026098"/>
              <a:ext cx="172551" cy="15316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8244337" y="1858053"/>
              <a:ext cx="915035" cy="777875"/>
            </a:xfrm>
            <a:custGeom>
              <a:avLst/>
              <a:gdLst/>
              <a:ahLst/>
              <a:cxnLst/>
              <a:rect l="l" t="t" r="r" b="b"/>
              <a:pathLst>
                <a:path w="915034" h="777875">
                  <a:moveTo>
                    <a:pt x="864806" y="770470"/>
                  </a:moveTo>
                  <a:lnTo>
                    <a:pt x="864793" y="751611"/>
                  </a:lnTo>
                  <a:lnTo>
                    <a:pt x="864692" y="286435"/>
                  </a:lnTo>
                  <a:lnTo>
                    <a:pt x="864679" y="240334"/>
                  </a:lnTo>
                  <a:lnTo>
                    <a:pt x="864565" y="239941"/>
                  </a:lnTo>
                  <a:lnTo>
                    <a:pt x="864450" y="239179"/>
                  </a:lnTo>
                  <a:lnTo>
                    <a:pt x="864323" y="238823"/>
                  </a:lnTo>
                  <a:lnTo>
                    <a:pt x="860882" y="233400"/>
                  </a:lnTo>
                  <a:lnTo>
                    <a:pt x="860628" y="233146"/>
                  </a:lnTo>
                  <a:lnTo>
                    <a:pt x="859929" y="232537"/>
                  </a:lnTo>
                  <a:lnTo>
                    <a:pt x="859574" y="232333"/>
                  </a:lnTo>
                  <a:lnTo>
                    <a:pt x="859205" y="232079"/>
                  </a:lnTo>
                  <a:lnTo>
                    <a:pt x="858456" y="231622"/>
                  </a:lnTo>
                  <a:lnTo>
                    <a:pt x="857491" y="231063"/>
                  </a:lnTo>
                  <a:lnTo>
                    <a:pt x="856475" y="230657"/>
                  </a:lnTo>
                  <a:lnTo>
                    <a:pt x="854989" y="230149"/>
                  </a:lnTo>
                  <a:lnTo>
                    <a:pt x="846099" y="230149"/>
                  </a:lnTo>
                  <a:lnTo>
                    <a:pt x="841844" y="232079"/>
                  </a:lnTo>
                  <a:lnTo>
                    <a:pt x="841425" y="232333"/>
                  </a:lnTo>
                  <a:lnTo>
                    <a:pt x="840765" y="232892"/>
                  </a:lnTo>
                  <a:lnTo>
                    <a:pt x="840409" y="233146"/>
                  </a:lnTo>
                  <a:lnTo>
                    <a:pt x="840117" y="233400"/>
                  </a:lnTo>
                  <a:lnTo>
                    <a:pt x="839520" y="234010"/>
                  </a:lnTo>
                  <a:lnTo>
                    <a:pt x="839279" y="234302"/>
                  </a:lnTo>
                  <a:lnTo>
                    <a:pt x="838923" y="234657"/>
                  </a:lnTo>
                  <a:lnTo>
                    <a:pt x="838682" y="235013"/>
                  </a:lnTo>
                  <a:lnTo>
                    <a:pt x="838149" y="235623"/>
                  </a:lnTo>
                  <a:lnTo>
                    <a:pt x="836256" y="238366"/>
                  </a:lnTo>
                  <a:lnTo>
                    <a:pt x="836256" y="751611"/>
                  </a:lnTo>
                  <a:lnTo>
                    <a:pt x="731608" y="751611"/>
                  </a:lnTo>
                  <a:lnTo>
                    <a:pt x="731608" y="442607"/>
                  </a:lnTo>
                  <a:lnTo>
                    <a:pt x="731608" y="413308"/>
                  </a:lnTo>
                  <a:lnTo>
                    <a:pt x="759548" y="382676"/>
                  </a:lnTo>
                  <a:lnTo>
                    <a:pt x="786320" y="351307"/>
                  </a:lnTo>
                  <a:lnTo>
                    <a:pt x="811898" y="319214"/>
                  </a:lnTo>
                  <a:lnTo>
                    <a:pt x="836244" y="286435"/>
                  </a:lnTo>
                  <a:lnTo>
                    <a:pt x="836256" y="751611"/>
                  </a:lnTo>
                  <a:lnTo>
                    <a:pt x="836256" y="238366"/>
                  </a:lnTo>
                  <a:lnTo>
                    <a:pt x="808253" y="278917"/>
                  </a:lnTo>
                  <a:lnTo>
                    <a:pt x="776312" y="320979"/>
                  </a:lnTo>
                  <a:lnTo>
                    <a:pt x="742302" y="361835"/>
                  </a:lnTo>
                  <a:lnTo>
                    <a:pt x="706272" y="401447"/>
                  </a:lnTo>
                  <a:lnTo>
                    <a:pt x="667092" y="440944"/>
                  </a:lnTo>
                  <a:lnTo>
                    <a:pt x="626262" y="478713"/>
                  </a:lnTo>
                  <a:lnTo>
                    <a:pt x="622274" y="482155"/>
                  </a:lnTo>
                  <a:lnTo>
                    <a:pt x="622274" y="516699"/>
                  </a:lnTo>
                  <a:lnTo>
                    <a:pt x="622274" y="751611"/>
                  </a:lnTo>
                  <a:lnTo>
                    <a:pt x="517639" y="751611"/>
                  </a:lnTo>
                  <a:lnTo>
                    <a:pt x="517639" y="617181"/>
                  </a:lnTo>
                  <a:lnTo>
                    <a:pt x="517639" y="597509"/>
                  </a:lnTo>
                  <a:lnTo>
                    <a:pt x="544626" y="578091"/>
                  </a:lnTo>
                  <a:lnTo>
                    <a:pt x="571080" y="558126"/>
                  </a:lnTo>
                  <a:lnTo>
                    <a:pt x="596988" y="537641"/>
                  </a:lnTo>
                  <a:lnTo>
                    <a:pt x="622274" y="516699"/>
                  </a:lnTo>
                  <a:lnTo>
                    <a:pt x="622274" y="482155"/>
                  </a:lnTo>
                  <a:lnTo>
                    <a:pt x="594664" y="505917"/>
                  </a:lnTo>
                  <a:lnTo>
                    <a:pt x="562127" y="532282"/>
                  </a:lnTo>
                  <a:lnTo>
                    <a:pt x="528675" y="557809"/>
                  </a:lnTo>
                  <a:lnTo>
                    <a:pt x="494334" y="582460"/>
                  </a:lnTo>
                  <a:lnTo>
                    <a:pt x="454863" y="609092"/>
                  </a:lnTo>
                  <a:lnTo>
                    <a:pt x="414248" y="634669"/>
                  </a:lnTo>
                  <a:lnTo>
                    <a:pt x="408292" y="638213"/>
                  </a:lnTo>
                  <a:lnTo>
                    <a:pt x="408292" y="667854"/>
                  </a:lnTo>
                  <a:lnTo>
                    <a:pt x="408292" y="751611"/>
                  </a:lnTo>
                  <a:lnTo>
                    <a:pt x="303657" y="751611"/>
                  </a:lnTo>
                  <a:lnTo>
                    <a:pt x="303657" y="724433"/>
                  </a:lnTo>
                  <a:lnTo>
                    <a:pt x="330276" y="710946"/>
                  </a:lnTo>
                  <a:lnTo>
                    <a:pt x="356628" y="697001"/>
                  </a:lnTo>
                  <a:lnTo>
                    <a:pt x="382651" y="682625"/>
                  </a:lnTo>
                  <a:lnTo>
                    <a:pt x="408292" y="667854"/>
                  </a:lnTo>
                  <a:lnTo>
                    <a:pt x="408292" y="638213"/>
                  </a:lnTo>
                  <a:lnTo>
                    <a:pt x="382155" y="653745"/>
                  </a:lnTo>
                  <a:lnTo>
                    <a:pt x="349377" y="672198"/>
                  </a:lnTo>
                  <a:lnTo>
                    <a:pt x="316052" y="689952"/>
                  </a:lnTo>
                  <a:lnTo>
                    <a:pt x="282143" y="707034"/>
                  </a:lnTo>
                  <a:lnTo>
                    <a:pt x="281889" y="707212"/>
                  </a:lnTo>
                  <a:lnTo>
                    <a:pt x="275551" y="714692"/>
                  </a:lnTo>
                  <a:lnTo>
                    <a:pt x="275450" y="715048"/>
                  </a:lnTo>
                  <a:lnTo>
                    <a:pt x="275323" y="715784"/>
                  </a:lnTo>
                  <a:lnTo>
                    <a:pt x="275247" y="716229"/>
                  </a:lnTo>
                  <a:lnTo>
                    <a:pt x="275120" y="770470"/>
                  </a:lnTo>
                  <a:lnTo>
                    <a:pt x="281508" y="775919"/>
                  </a:lnTo>
                  <a:lnTo>
                    <a:pt x="430441" y="775919"/>
                  </a:lnTo>
                  <a:lnTo>
                    <a:pt x="436829" y="770470"/>
                  </a:lnTo>
                  <a:lnTo>
                    <a:pt x="436829" y="751611"/>
                  </a:lnTo>
                  <a:lnTo>
                    <a:pt x="436829" y="667854"/>
                  </a:lnTo>
                  <a:lnTo>
                    <a:pt x="436829" y="650748"/>
                  </a:lnTo>
                  <a:lnTo>
                    <a:pt x="450049" y="642543"/>
                  </a:lnTo>
                  <a:lnTo>
                    <a:pt x="463181" y="634199"/>
                  </a:lnTo>
                  <a:lnTo>
                    <a:pt x="476199" y="625741"/>
                  </a:lnTo>
                  <a:lnTo>
                    <a:pt x="489102" y="617181"/>
                  </a:lnTo>
                  <a:lnTo>
                    <a:pt x="489102" y="770470"/>
                  </a:lnTo>
                  <a:lnTo>
                    <a:pt x="495490" y="775919"/>
                  </a:lnTo>
                  <a:lnTo>
                    <a:pt x="644410" y="775919"/>
                  </a:lnTo>
                  <a:lnTo>
                    <a:pt x="650836" y="770470"/>
                  </a:lnTo>
                  <a:lnTo>
                    <a:pt x="650836" y="751611"/>
                  </a:lnTo>
                  <a:lnTo>
                    <a:pt x="650836" y="516699"/>
                  </a:lnTo>
                  <a:lnTo>
                    <a:pt x="650836" y="491947"/>
                  </a:lnTo>
                  <a:lnTo>
                    <a:pt x="664108" y="479920"/>
                  </a:lnTo>
                  <a:lnTo>
                    <a:pt x="677265" y="467664"/>
                  </a:lnTo>
                  <a:lnTo>
                    <a:pt x="690270" y="455231"/>
                  </a:lnTo>
                  <a:lnTo>
                    <a:pt x="703122" y="442607"/>
                  </a:lnTo>
                  <a:lnTo>
                    <a:pt x="703122" y="770470"/>
                  </a:lnTo>
                  <a:lnTo>
                    <a:pt x="709485" y="775919"/>
                  </a:lnTo>
                  <a:lnTo>
                    <a:pt x="858380" y="775919"/>
                  </a:lnTo>
                  <a:lnTo>
                    <a:pt x="864806" y="770470"/>
                  </a:lnTo>
                  <a:close/>
                </a:path>
                <a:path w="915034" h="777875">
                  <a:moveTo>
                    <a:pt x="914717" y="120294"/>
                  </a:moveTo>
                  <a:lnTo>
                    <a:pt x="914476" y="7759"/>
                  </a:lnTo>
                  <a:lnTo>
                    <a:pt x="892403" y="0"/>
                  </a:lnTo>
                  <a:lnTo>
                    <a:pt x="799185" y="79133"/>
                  </a:lnTo>
                  <a:lnTo>
                    <a:pt x="799185" y="86842"/>
                  </a:lnTo>
                  <a:lnTo>
                    <a:pt x="810374" y="96316"/>
                  </a:lnTo>
                  <a:lnTo>
                    <a:pt x="819353" y="96316"/>
                  </a:lnTo>
                  <a:lnTo>
                    <a:pt x="863854" y="58445"/>
                  </a:lnTo>
                  <a:lnTo>
                    <a:pt x="837526" y="110363"/>
                  </a:lnTo>
                  <a:lnTo>
                    <a:pt x="809091" y="159778"/>
                  </a:lnTo>
                  <a:lnTo>
                    <a:pt x="778814" y="206743"/>
                  </a:lnTo>
                  <a:lnTo>
                    <a:pt x="746937" y="251307"/>
                  </a:lnTo>
                  <a:lnTo>
                    <a:pt x="713701" y="293497"/>
                  </a:lnTo>
                  <a:lnTo>
                    <a:pt x="679361" y="333362"/>
                  </a:lnTo>
                  <a:lnTo>
                    <a:pt x="644169" y="370941"/>
                  </a:lnTo>
                  <a:lnTo>
                    <a:pt x="608368" y="406260"/>
                  </a:lnTo>
                  <a:lnTo>
                    <a:pt x="572211" y="439369"/>
                  </a:lnTo>
                  <a:lnTo>
                    <a:pt x="535940" y="470306"/>
                  </a:lnTo>
                  <a:lnTo>
                    <a:pt x="499808" y="499110"/>
                  </a:lnTo>
                  <a:lnTo>
                    <a:pt x="464070" y="525818"/>
                  </a:lnTo>
                  <a:lnTo>
                    <a:pt x="428967" y="550468"/>
                  </a:lnTo>
                  <a:lnTo>
                    <a:pt x="361645" y="593775"/>
                  </a:lnTo>
                  <a:lnTo>
                    <a:pt x="292849" y="633234"/>
                  </a:lnTo>
                  <a:lnTo>
                    <a:pt x="228092" y="666470"/>
                  </a:lnTo>
                  <a:lnTo>
                    <a:pt x="168948" y="693788"/>
                  </a:lnTo>
                  <a:lnTo>
                    <a:pt x="116954" y="715479"/>
                  </a:lnTo>
                  <a:lnTo>
                    <a:pt x="73685" y="731862"/>
                  </a:lnTo>
                  <a:lnTo>
                    <a:pt x="4165" y="754189"/>
                  </a:lnTo>
                  <a:lnTo>
                    <a:pt x="0" y="761009"/>
                  </a:lnTo>
                  <a:lnTo>
                    <a:pt x="4724" y="773823"/>
                  </a:lnTo>
                  <a:lnTo>
                    <a:pt x="12738" y="777379"/>
                  </a:lnTo>
                  <a:lnTo>
                    <a:pt x="52044" y="765683"/>
                  </a:lnTo>
                  <a:lnTo>
                    <a:pt x="129692" y="737476"/>
                  </a:lnTo>
                  <a:lnTo>
                    <a:pt x="182181" y="715530"/>
                  </a:lnTo>
                  <a:lnTo>
                    <a:pt x="241896" y="687895"/>
                  </a:lnTo>
                  <a:lnTo>
                    <a:pt x="307416" y="654202"/>
                  </a:lnTo>
                  <a:lnTo>
                    <a:pt x="377329" y="614108"/>
                  </a:lnTo>
                  <a:lnTo>
                    <a:pt x="445350" y="570433"/>
                  </a:lnTo>
                  <a:lnTo>
                    <a:pt x="480809" y="545592"/>
                  </a:lnTo>
                  <a:lnTo>
                    <a:pt x="516915" y="518693"/>
                  </a:lnTo>
                  <a:lnTo>
                    <a:pt x="553415" y="489699"/>
                  </a:lnTo>
                  <a:lnTo>
                    <a:pt x="590080" y="458571"/>
                  </a:lnTo>
                  <a:lnTo>
                    <a:pt x="626630" y="425272"/>
                  </a:lnTo>
                  <a:lnTo>
                    <a:pt x="662851" y="389750"/>
                  </a:lnTo>
                  <a:lnTo>
                    <a:pt x="698474" y="351993"/>
                  </a:lnTo>
                  <a:lnTo>
                    <a:pt x="733272" y="311937"/>
                  </a:lnTo>
                  <a:lnTo>
                    <a:pt x="766991" y="269544"/>
                  </a:lnTo>
                  <a:lnTo>
                    <a:pt x="799388" y="224802"/>
                  </a:lnTo>
                  <a:lnTo>
                    <a:pt x="830211" y="177634"/>
                  </a:lnTo>
                  <a:lnTo>
                    <a:pt x="859218" y="128028"/>
                  </a:lnTo>
                  <a:lnTo>
                    <a:pt x="886155" y="75946"/>
                  </a:lnTo>
                  <a:lnTo>
                    <a:pt x="886155" y="120294"/>
                  </a:lnTo>
                  <a:lnTo>
                    <a:pt x="892581" y="125768"/>
                  </a:lnTo>
                  <a:lnTo>
                    <a:pt x="908342" y="125768"/>
                  </a:lnTo>
                  <a:lnTo>
                    <a:pt x="914717" y="120294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6884669" y="3776359"/>
            <a:ext cx="9102725" cy="6234430"/>
            <a:chOff x="6884669" y="3776359"/>
            <a:chExt cx="9102725" cy="6234430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39442" y="9283032"/>
              <a:ext cx="662778" cy="67564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06266" y="6079119"/>
              <a:ext cx="752574" cy="84963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4991171" y="3776359"/>
              <a:ext cx="996315" cy="1014730"/>
            </a:xfrm>
            <a:custGeom>
              <a:avLst/>
              <a:gdLst/>
              <a:ahLst/>
              <a:cxnLst/>
              <a:rect l="l" t="t" r="r" b="b"/>
              <a:pathLst>
                <a:path w="996315" h="1014729">
                  <a:moveTo>
                    <a:pt x="512828" y="63759"/>
                  </a:moveTo>
                  <a:lnTo>
                    <a:pt x="480713" y="63759"/>
                  </a:lnTo>
                  <a:lnTo>
                    <a:pt x="480713" y="117378"/>
                  </a:lnTo>
                  <a:lnTo>
                    <a:pt x="487909" y="124707"/>
                  </a:lnTo>
                  <a:lnTo>
                    <a:pt x="505632" y="124707"/>
                  </a:lnTo>
                  <a:lnTo>
                    <a:pt x="512828" y="117378"/>
                  </a:lnTo>
                  <a:lnTo>
                    <a:pt x="512828" y="63759"/>
                  </a:lnTo>
                  <a:close/>
                </a:path>
                <a:path w="996315" h="1014729">
                  <a:moveTo>
                    <a:pt x="501314" y="0"/>
                  </a:moveTo>
                  <a:lnTo>
                    <a:pt x="458371" y="40665"/>
                  </a:lnTo>
                  <a:lnTo>
                    <a:pt x="455149" y="52749"/>
                  </a:lnTo>
                  <a:lnTo>
                    <a:pt x="457086" y="58703"/>
                  </a:lnTo>
                  <a:lnTo>
                    <a:pt x="461266" y="63606"/>
                  </a:lnTo>
                  <a:lnTo>
                    <a:pt x="467107" y="68208"/>
                  </a:lnTo>
                  <a:lnTo>
                    <a:pt x="475073" y="68054"/>
                  </a:lnTo>
                  <a:lnTo>
                    <a:pt x="480713" y="63759"/>
                  </a:lnTo>
                  <a:lnTo>
                    <a:pt x="512828" y="63759"/>
                  </a:lnTo>
                  <a:lnTo>
                    <a:pt x="512828" y="59839"/>
                  </a:lnTo>
                  <a:lnTo>
                    <a:pt x="539288" y="59839"/>
                  </a:lnTo>
                  <a:lnTo>
                    <a:pt x="540770" y="57865"/>
                  </a:lnTo>
                  <a:lnTo>
                    <a:pt x="542350" y="51801"/>
                  </a:lnTo>
                  <a:lnTo>
                    <a:pt x="541694" y="46488"/>
                  </a:lnTo>
                  <a:lnTo>
                    <a:pt x="541582" y="45581"/>
                  </a:lnTo>
                  <a:lnTo>
                    <a:pt x="538417" y="39950"/>
                  </a:lnTo>
                  <a:lnTo>
                    <a:pt x="505933" y="2045"/>
                  </a:lnTo>
                  <a:lnTo>
                    <a:pt x="501314" y="0"/>
                  </a:lnTo>
                  <a:close/>
                </a:path>
                <a:path w="996315" h="1014729">
                  <a:moveTo>
                    <a:pt x="539288" y="59839"/>
                  </a:moveTo>
                  <a:lnTo>
                    <a:pt x="512828" y="59839"/>
                  </a:lnTo>
                  <a:lnTo>
                    <a:pt x="514217" y="61458"/>
                  </a:lnTo>
                  <a:lnTo>
                    <a:pt x="519285" y="65406"/>
                  </a:lnTo>
                  <a:lnTo>
                    <a:pt x="525242" y="67017"/>
                  </a:lnTo>
                  <a:lnTo>
                    <a:pt x="531355" y="66240"/>
                  </a:lnTo>
                  <a:lnTo>
                    <a:pt x="536894" y="63027"/>
                  </a:lnTo>
                  <a:lnTo>
                    <a:pt x="539288" y="59839"/>
                  </a:lnTo>
                  <a:close/>
                </a:path>
                <a:path w="996315" h="1014729">
                  <a:moveTo>
                    <a:pt x="153362" y="793167"/>
                  </a:moveTo>
                  <a:lnTo>
                    <a:pt x="145695" y="800787"/>
                  </a:lnTo>
                  <a:lnTo>
                    <a:pt x="141769" y="859207"/>
                  </a:lnTo>
                  <a:lnTo>
                    <a:pt x="143608" y="864287"/>
                  </a:lnTo>
                  <a:lnTo>
                    <a:pt x="150607" y="870637"/>
                  </a:lnTo>
                  <a:lnTo>
                    <a:pt x="155399" y="871907"/>
                  </a:lnTo>
                  <a:lnTo>
                    <a:pt x="211004" y="865557"/>
                  </a:lnTo>
                  <a:lnTo>
                    <a:pt x="217230" y="856667"/>
                  </a:lnTo>
                  <a:lnTo>
                    <a:pt x="215154" y="840157"/>
                  </a:lnTo>
                  <a:lnTo>
                    <a:pt x="209414" y="835077"/>
                  </a:lnTo>
                  <a:lnTo>
                    <a:pt x="202452" y="833807"/>
                  </a:lnTo>
                  <a:lnTo>
                    <a:pt x="222267" y="813487"/>
                  </a:lnTo>
                  <a:lnTo>
                    <a:pt x="177014" y="813487"/>
                  </a:lnTo>
                  <a:lnTo>
                    <a:pt x="177751" y="802057"/>
                  </a:lnTo>
                  <a:lnTo>
                    <a:pt x="171056" y="794437"/>
                  </a:lnTo>
                  <a:lnTo>
                    <a:pt x="153362" y="793167"/>
                  </a:lnTo>
                  <a:close/>
                </a:path>
                <a:path w="996315" h="1014729">
                  <a:moveTo>
                    <a:pt x="787359" y="833808"/>
                  </a:moveTo>
                  <a:lnTo>
                    <a:pt x="779694" y="841428"/>
                  </a:lnTo>
                  <a:lnTo>
                    <a:pt x="778489" y="859208"/>
                  </a:lnTo>
                  <a:lnTo>
                    <a:pt x="785183" y="866828"/>
                  </a:lnTo>
                  <a:lnTo>
                    <a:pt x="843322" y="870638"/>
                  </a:lnTo>
                  <a:lnTo>
                    <a:pt x="848008" y="869368"/>
                  </a:lnTo>
                  <a:lnTo>
                    <a:pt x="854602" y="861748"/>
                  </a:lnTo>
                  <a:lnTo>
                    <a:pt x="856158" y="856668"/>
                  </a:lnTo>
                  <a:lnTo>
                    <a:pt x="853397" y="835078"/>
                  </a:lnTo>
                  <a:lnTo>
                    <a:pt x="798321" y="835078"/>
                  </a:lnTo>
                  <a:lnTo>
                    <a:pt x="787359" y="833808"/>
                  </a:lnTo>
                  <a:close/>
                </a:path>
                <a:path w="996315" h="1014729">
                  <a:moveTo>
                    <a:pt x="496762" y="146737"/>
                  </a:moveTo>
                  <a:lnTo>
                    <a:pt x="448698" y="150547"/>
                  </a:lnTo>
                  <a:lnTo>
                    <a:pt x="402591" y="159437"/>
                  </a:lnTo>
                  <a:lnTo>
                    <a:pt x="358865" y="175947"/>
                  </a:lnTo>
                  <a:lnTo>
                    <a:pt x="317942" y="196267"/>
                  </a:lnTo>
                  <a:lnTo>
                    <a:pt x="280248" y="221667"/>
                  </a:lnTo>
                  <a:lnTo>
                    <a:pt x="246205" y="252147"/>
                  </a:lnTo>
                  <a:lnTo>
                    <a:pt x="216237" y="287707"/>
                  </a:lnTo>
                  <a:lnTo>
                    <a:pt x="190768" y="325807"/>
                  </a:lnTo>
                  <a:lnTo>
                    <a:pt x="170221" y="367717"/>
                  </a:lnTo>
                  <a:lnTo>
                    <a:pt x="155020" y="412167"/>
                  </a:lnTo>
                  <a:lnTo>
                    <a:pt x="145589" y="459157"/>
                  </a:lnTo>
                  <a:lnTo>
                    <a:pt x="142351" y="507417"/>
                  </a:lnTo>
                  <a:lnTo>
                    <a:pt x="145589" y="556947"/>
                  </a:lnTo>
                  <a:lnTo>
                    <a:pt x="155020" y="603937"/>
                  </a:lnTo>
                  <a:lnTo>
                    <a:pt x="170221" y="648387"/>
                  </a:lnTo>
                  <a:lnTo>
                    <a:pt x="190768" y="690297"/>
                  </a:lnTo>
                  <a:lnTo>
                    <a:pt x="216237" y="728397"/>
                  </a:lnTo>
                  <a:lnTo>
                    <a:pt x="246205" y="762687"/>
                  </a:lnTo>
                  <a:lnTo>
                    <a:pt x="280249" y="793167"/>
                  </a:lnTo>
                  <a:lnTo>
                    <a:pt x="317943" y="819837"/>
                  </a:lnTo>
                  <a:lnTo>
                    <a:pt x="358866" y="840157"/>
                  </a:lnTo>
                  <a:lnTo>
                    <a:pt x="402592" y="855397"/>
                  </a:lnTo>
                  <a:lnTo>
                    <a:pt x="448699" y="865557"/>
                  </a:lnTo>
                  <a:lnTo>
                    <a:pt x="496763" y="869367"/>
                  </a:lnTo>
                  <a:lnTo>
                    <a:pt x="544831" y="865557"/>
                  </a:lnTo>
                  <a:lnTo>
                    <a:pt x="590941" y="855397"/>
                  </a:lnTo>
                  <a:lnTo>
                    <a:pt x="634670" y="840158"/>
                  </a:lnTo>
                  <a:lnTo>
                    <a:pt x="642343" y="836348"/>
                  </a:lnTo>
                  <a:lnTo>
                    <a:pt x="496763" y="836347"/>
                  </a:lnTo>
                  <a:lnTo>
                    <a:pt x="449167" y="832537"/>
                  </a:lnTo>
                  <a:lnTo>
                    <a:pt x="403729" y="822377"/>
                  </a:lnTo>
                  <a:lnTo>
                    <a:pt x="360950" y="805867"/>
                  </a:lnTo>
                  <a:lnTo>
                    <a:pt x="321330" y="783007"/>
                  </a:lnTo>
                  <a:lnTo>
                    <a:pt x="285369" y="755067"/>
                  </a:lnTo>
                  <a:lnTo>
                    <a:pt x="253568" y="723317"/>
                  </a:lnTo>
                  <a:lnTo>
                    <a:pt x="226427" y="686487"/>
                  </a:lnTo>
                  <a:lnTo>
                    <a:pt x="204446" y="645847"/>
                  </a:lnTo>
                  <a:lnTo>
                    <a:pt x="188126" y="602667"/>
                  </a:lnTo>
                  <a:lnTo>
                    <a:pt x="177968" y="556947"/>
                  </a:lnTo>
                  <a:lnTo>
                    <a:pt x="174470" y="507417"/>
                  </a:lnTo>
                  <a:lnTo>
                    <a:pt x="177783" y="461697"/>
                  </a:lnTo>
                  <a:lnTo>
                    <a:pt x="177875" y="460427"/>
                  </a:lnTo>
                  <a:lnTo>
                    <a:pt x="177967" y="459157"/>
                  </a:lnTo>
                  <a:lnTo>
                    <a:pt x="188126" y="413437"/>
                  </a:lnTo>
                  <a:lnTo>
                    <a:pt x="204446" y="368987"/>
                  </a:lnTo>
                  <a:lnTo>
                    <a:pt x="226426" y="329617"/>
                  </a:lnTo>
                  <a:lnTo>
                    <a:pt x="253567" y="292787"/>
                  </a:lnTo>
                  <a:lnTo>
                    <a:pt x="285368" y="259767"/>
                  </a:lnTo>
                  <a:lnTo>
                    <a:pt x="321329" y="233097"/>
                  </a:lnTo>
                  <a:lnTo>
                    <a:pt x="360949" y="210237"/>
                  </a:lnTo>
                  <a:lnTo>
                    <a:pt x="403728" y="193727"/>
                  </a:lnTo>
                  <a:lnTo>
                    <a:pt x="449166" y="183567"/>
                  </a:lnTo>
                  <a:lnTo>
                    <a:pt x="496762" y="179757"/>
                  </a:lnTo>
                  <a:lnTo>
                    <a:pt x="642342" y="179757"/>
                  </a:lnTo>
                  <a:lnTo>
                    <a:pt x="634669" y="175947"/>
                  </a:lnTo>
                  <a:lnTo>
                    <a:pt x="590940" y="159437"/>
                  </a:lnTo>
                  <a:lnTo>
                    <a:pt x="544830" y="150547"/>
                  </a:lnTo>
                  <a:lnTo>
                    <a:pt x="496762" y="146737"/>
                  </a:lnTo>
                  <a:close/>
                </a:path>
                <a:path w="996315" h="1014729">
                  <a:moveTo>
                    <a:pt x="642342" y="179757"/>
                  </a:moveTo>
                  <a:lnTo>
                    <a:pt x="496762" y="179757"/>
                  </a:lnTo>
                  <a:lnTo>
                    <a:pt x="544362" y="183567"/>
                  </a:lnTo>
                  <a:lnTo>
                    <a:pt x="589802" y="193727"/>
                  </a:lnTo>
                  <a:lnTo>
                    <a:pt x="632583" y="210237"/>
                  </a:lnTo>
                  <a:lnTo>
                    <a:pt x="672203" y="233098"/>
                  </a:lnTo>
                  <a:lnTo>
                    <a:pt x="708163" y="259768"/>
                  </a:lnTo>
                  <a:lnTo>
                    <a:pt x="739963" y="292788"/>
                  </a:lnTo>
                  <a:lnTo>
                    <a:pt x="767103" y="329618"/>
                  </a:lnTo>
                  <a:lnTo>
                    <a:pt x="789082" y="368988"/>
                  </a:lnTo>
                  <a:lnTo>
                    <a:pt x="805400" y="413438"/>
                  </a:lnTo>
                  <a:lnTo>
                    <a:pt x="815558" y="459158"/>
                  </a:lnTo>
                  <a:lnTo>
                    <a:pt x="819055" y="507418"/>
                  </a:lnTo>
                  <a:lnTo>
                    <a:pt x="815558" y="556948"/>
                  </a:lnTo>
                  <a:lnTo>
                    <a:pt x="805401" y="602668"/>
                  </a:lnTo>
                  <a:lnTo>
                    <a:pt x="789082" y="645848"/>
                  </a:lnTo>
                  <a:lnTo>
                    <a:pt x="767103" y="686488"/>
                  </a:lnTo>
                  <a:lnTo>
                    <a:pt x="739964" y="723318"/>
                  </a:lnTo>
                  <a:lnTo>
                    <a:pt x="708164" y="755068"/>
                  </a:lnTo>
                  <a:lnTo>
                    <a:pt x="672204" y="783008"/>
                  </a:lnTo>
                  <a:lnTo>
                    <a:pt x="632584" y="805868"/>
                  </a:lnTo>
                  <a:lnTo>
                    <a:pt x="589803" y="822377"/>
                  </a:lnTo>
                  <a:lnTo>
                    <a:pt x="544363" y="832537"/>
                  </a:lnTo>
                  <a:lnTo>
                    <a:pt x="496763" y="836347"/>
                  </a:lnTo>
                  <a:lnTo>
                    <a:pt x="642343" y="836348"/>
                  </a:lnTo>
                  <a:lnTo>
                    <a:pt x="713290" y="793168"/>
                  </a:lnTo>
                  <a:lnTo>
                    <a:pt x="747334" y="762688"/>
                  </a:lnTo>
                  <a:lnTo>
                    <a:pt x="777302" y="728398"/>
                  </a:lnTo>
                  <a:lnTo>
                    <a:pt x="802771" y="690298"/>
                  </a:lnTo>
                  <a:lnTo>
                    <a:pt x="823318" y="648388"/>
                  </a:lnTo>
                  <a:lnTo>
                    <a:pt x="838519" y="603938"/>
                  </a:lnTo>
                  <a:lnTo>
                    <a:pt x="847950" y="556948"/>
                  </a:lnTo>
                  <a:lnTo>
                    <a:pt x="851188" y="507418"/>
                  </a:lnTo>
                  <a:lnTo>
                    <a:pt x="848120" y="461698"/>
                  </a:lnTo>
                  <a:lnTo>
                    <a:pt x="848035" y="460428"/>
                  </a:lnTo>
                  <a:lnTo>
                    <a:pt x="847950" y="459158"/>
                  </a:lnTo>
                  <a:lnTo>
                    <a:pt x="838519" y="412168"/>
                  </a:lnTo>
                  <a:lnTo>
                    <a:pt x="823318" y="367718"/>
                  </a:lnTo>
                  <a:lnTo>
                    <a:pt x="802771" y="325808"/>
                  </a:lnTo>
                  <a:lnTo>
                    <a:pt x="777301" y="287708"/>
                  </a:lnTo>
                  <a:lnTo>
                    <a:pt x="747333" y="252148"/>
                  </a:lnTo>
                  <a:lnTo>
                    <a:pt x="713289" y="221668"/>
                  </a:lnTo>
                  <a:lnTo>
                    <a:pt x="675593" y="196268"/>
                  </a:lnTo>
                  <a:lnTo>
                    <a:pt x="642342" y="179757"/>
                  </a:lnTo>
                  <a:close/>
                </a:path>
                <a:path w="996315" h="1014729">
                  <a:moveTo>
                    <a:pt x="775987" y="772848"/>
                  </a:moveTo>
                  <a:lnTo>
                    <a:pt x="769941" y="774118"/>
                  </a:lnTo>
                  <a:lnTo>
                    <a:pt x="764632" y="777928"/>
                  </a:lnTo>
                  <a:lnTo>
                    <a:pt x="761102" y="783008"/>
                  </a:lnTo>
                  <a:lnTo>
                    <a:pt x="759925" y="789358"/>
                  </a:lnTo>
                  <a:lnTo>
                    <a:pt x="761102" y="795708"/>
                  </a:lnTo>
                  <a:lnTo>
                    <a:pt x="764632" y="800788"/>
                  </a:lnTo>
                  <a:lnTo>
                    <a:pt x="798321" y="835078"/>
                  </a:lnTo>
                  <a:lnTo>
                    <a:pt x="853397" y="835078"/>
                  </a:lnTo>
                  <a:lnTo>
                    <a:pt x="849987" y="808408"/>
                  </a:lnTo>
                  <a:lnTo>
                    <a:pt x="818303" y="808408"/>
                  </a:lnTo>
                  <a:lnTo>
                    <a:pt x="787342" y="777928"/>
                  </a:lnTo>
                  <a:lnTo>
                    <a:pt x="782033" y="774118"/>
                  </a:lnTo>
                  <a:lnTo>
                    <a:pt x="775987" y="772848"/>
                  </a:lnTo>
                  <a:close/>
                </a:path>
                <a:path w="996315" h="1014729">
                  <a:moveTo>
                    <a:pt x="222052" y="774117"/>
                  </a:moveTo>
                  <a:lnTo>
                    <a:pt x="216009" y="775387"/>
                  </a:lnTo>
                  <a:lnTo>
                    <a:pt x="210703" y="779197"/>
                  </a:lnTo>
                  <a:lnTo>
                    <a:pt x="177014" y="813487"/>
                  </a:lnTo>
                  <a:lnTo>
                    <a:pt x="222267" y="813487"/>
                  </a:lnTo>
                  <a:lnTo>
                    <a:pt x="233413" y="802057"/>
                  </a:lnTo>
                  <a:lnTo>
                    <a:pt x="236943" y="796977"/>
                  </a:lnTo>
                  <a:lnTo>
                    <a:pt x="238120" y="790627"/>
                  </a:lnTo>
                  <a:lnTo>
                    <a:pt x="236943" y="784277"/>
                  </a:lnTo>
                  <a:lnTo>
                    <a:pt x="233413" y="779197"/>
                  </a:lnTo>
                  <a:lnTo>
                    <a:pt x="228097" y="775387"/>
                  </a:lnTo>
                  <a:lnTo>
                    <a:pt x="222052" y="774117"/>
                  </a:lnTo>
                  <a:close/>
                </a:path>
                <a:path w="996315" h="1014729">
                  <a:moveTo>
                    <a:pt x="840946" y="794438"/>
                  </a:moveTo>
                  <a:lnTo>
                    <a:pt x="824846" y="795708"/>
                  </a:lnTo>
                  <a:lnTo>
                    <a:pt x="819307" y="802058"/>
                  </a:lnTo>
                  <a:lnTo>
                    <a:pt x="818303" y="808408"/>
                  </a:lnTo>
                  <a:lnTo>
                    <a:pt x="849987" y="808408"/>
                  </a:lnTo>
                  <a:lnTo>
                    <a:pt x="849012" y="800788"/>
                  </a:lnTo>
                  <a:lnTo>
                    <a:pt x="840946" y="794438"/>
                  </a:lnTo>
                  <a:close/>
                </a:path>
                <a:path w="996315" h="1014729">
                  <a:moveTo>
                    <a:pt x="357607" y="573457"/>
                  </a:moveTo>
                  <a:lnTo>
                    <a:pt x="275051" y="573457"/>
                  </a:lnTo>
                  <a:lnTo>
                    <a:pt x="267871" y="581077"/>
                  </a:lnTo>
                  <a:lnTo>
                    <a:pt x="267871" y="725857"/>
                  </a:lnTo>
                  <a:lnTo>
                    <a:pt x="275051" y="732207"/>
                  </a:lnTo>
                  <a:lnTo>
                    <a:pt x="357607" y="732207"/>
                  </a:lnTo>
                  <a:lnTo>
                    <a:pt x="364803" y="725857"/>
                  </a:lnTo>
                  <a:lnTo>
                    <a:pt x="364803" y="700457"/>
                  </a:lnTo>
                  <a:lnTo>
                    <a:pt x="299987" y="700457"/>
                  </a:lnTo>
                  <a:lnTo>
                    <a:pt x="299987" y="606477"/>
                  </a:lnTo>
                  <a:lnTo>
                    <a:pt x="364803" y="606477"/>
                  </a:lnTo>
                  <a:lnTo>
                    <a:pt x="364803" y="581077"/>
                  </a:lnTo>
                  <a:lnTo>
                    <a:pt x="357607" y="573457"/>
                  </a:lnTo>
                  <a:close/>
                </a:path>
                <a:path w="996315" h="1014729">
                  <a:moveTo>
                    <a:pt x="477885" y="461697"/>
                  </a:moveTo>
                  <a:lnTo>
                    <a:pt x="395379" y="461697"/>
                  </a:lnTo>
                  <a:lnTo>
                    <a:pt x="388183" y="469317"/>
                  </a:lnTo>
                  <a:lnTo>
                    <a:pt x="388183" y="725857"/>
                  </a:lnTo>
                  <a:lnTo>
                    <a:pt x="395379" y="732207"/>
                  </a:lnTo>
                  <a:lnTo>
                    <a:pt x="477885" y="732207"/>
                  </a:lnTo>
                  <a:lnTo>
                    <a:pt x="485082" y="725857"/>
                  </a:lnTo>
                  <a:lnTo>
                    <a:pt x="485082" y="700457"/>
                  </a:lnTo>
                  <a:lnTo>
                    <a:pt x="420298" y="700457"/>
                  </a:lnTo>
                  <a:lnTo>
                    <a:pt x="420298" y="494717"/>
                  </a:lnTo>
                  <a:lnTo>
                    <a:pt x="485081" y="494717"/>
                  </a:lnTo>
                  <a:lnTo>
                    <a:pt x="485081" y="469317"/>
                  </a:lnTo>
                  <a:lnTo>
                    <a:pt x="477885" y="461697"/>
                  </a:lnTo>
                  <a:close/>
                </a:path>
                <a:path w="996315" h="1014729">
                  <a:moveTo>
                    <a:pt x="598163" y="507417"/>
                  </a:moveTo>
                  <a:lnTo>
                    <a:pt x="515640" y="507417"/>
                  </a:lnTo>
                  <a:lnTo>
                    <a:pt x="508461" y="515037"/>
                  </a:lnTo>
                  <a:lnTo>
                    <a:pt x="508461" y="725857"/>
                  </a:lnTo>
                  <a:lnTo>
                    <a:pt x="515641" y="732207"/>
                  </a:lnTo>
                  <a:lnTo>
                    <a:pt x="598164" y="732207"/>
                  </a:lnTo>
                  <a:lnTo>
                    <a:pt x="605360" y="725857"/>
                  </a:lnTo>
                  <a:lnTo>
                    <a:pt x="605360" y="700457"/>
                  </a:lnTo>
                  <a:lnTo>
                    <a:pt x="540577" y="700457"/>
                  </a:lnTo>
                  <a:lnTo>
                    <a:pt x="540576" y="540437"/>
                  </a:lnTo>
                  <a:lnTo>
                    <a:pt x="605360" y="540437"/>
                  </a:lnTo>
                  <a:lnTo>
                    <a:pt x="605359" y="515037"/>
                  </a:lnTo>
                  <a:lnTo>
                    <a:pt x="598163" y="507417"/>
                  </a:lnTo>
                  <a:close/>
                </a:path>
                <a:path w="996315" h="1014729">
                  <a:moveTo>
                    <a:pt x="718475" y="375338"/>
                  </a:moveTo>
                  <a:lnTo>
                    <a:pt x="635969" y="375337"/>
                  </a:lnTo>
                  <a:lnTo>
                    <a:pt x="628772" y="382957"/>
                  </a:lnTo>
                  <a:lnTo>
                    <a:pt x="628773" y="725857"/>
                  </a:lnTo>
                  <a:lnTo>
                    <a:pt x="635969" y="732208"/>
                  </a:lnTo>
                  <a:lnTo>
                    <a:pt x="718475" y="732208"/>
                  </a:lnTo>
                  <a:lnTo>
                    <a:pt x="725671" y="725858"/>
                  </a:lnTo>
                  <a:lnTo>
                    <a:pt x="725671" y="700458"/>
                  </a:lnTo>
                  <a:lnTo>
                    <a:pt x="660905" y="700458"/>
                  </a:lnTo>
                  <a:lnTo>
                    <a:pt x="660905" y="408358"/>
                  </a:lnTo>
                  <a:lnTo>
                    <a:pt x="725671" y="408358"/>
                  </a:lnTo>
                  <a:lnTo>
                    <a:pt x="725671" y="382958"/>
                  </a:lnTo>
                  <a:lnTo>
                    <a:pt x="718475" y="375338"/>
                  </a:lnTo>
                  <a:close/>
                </a:path>
                <a:path w="996315" h="1014729">
                  <a:moveTo>
                    <a:pt x="364803" y="606477"/>
                  </a:moveTo>
                  <a:lnTo>
                    <a:pt x="332688" y="606477"/>
                  </a:lnTo>
                  <a:lnTo>
                    <a:pt x="332688" y="700457"/>
                  </a:lnTo>
                  <a:lnTo>
                    <a:pt x="364803" y="700457"/>
                  </a:lnTo>
                  <a:lnTo>
                    <a:pt x="364803" y="606477"/>
                  </a:lnTo>
                  <a:close/>
                </a:path>
                <a:path w="996315" h="1014729">
                  <a:moveTo>
                    <a:pt x="485081" y="494717"/>
                  </a:moveTo>
                  <a:lnTo>
                    <a:pt x="452949" y="494717"/>
                  </a:lnTo>
                  <a:lnTo>
                    <a:pt x="452949" y="700457"/>
                  </a:lnTo>
                  <a:lnTo>
                    <a:pt x="485082" y="700457"/>
                  </a:lnTo>
                  <a:lnTo>
                    <a:pt x="485081" y="494717"/>
                  </a:lnTo>
                  <a:close/>
                </a:path>
                <a:path w="996315" h="1014729">
                  <a:moveTo>
                    <a:pt x="605360" y="540437"/>
                  </a:moveTo>
                  <a:lnTo>
                    <a:pt x="573227" y="540437"/>
                  </a:lnTo>
                  <a:lnTo>
                    <a:pt x="573228" y="700457"/>
                  </a:lnTo>
                  <a:lnTo>
                    <a:pt x="605360" y="700457"/>
                  </a:lnTo>
                  <a:lnTo>
                    <a:pt x="605360" y="540437"/>
                  </a:lnTo>
                  <a:close/>
                </a:path>
                <a:path w="996315" h="1014729">
                  <a:moveTo>
                    <a:pt x="725671" y="408358"/>
                  </a:moveTo>
                  <a:lnTo>
                    <a:pt x="693556" y="408358"/>
                  </a:lnTo>
                  <a:lnTo>
                    <a:pt x="693556" y="700458"/>
                  </a:lnTo>
                  <a:lnTo>
                    <a:pt x="725671" y="700458"/>
                  </a:lnTo>
                  <a:lnTo>
                    <a:pt x="725671" y="408358"/>
                  </a:lnTo>
                  <a:close/>
                </a:path>
                <a:path w="996315" h="1014729">
                  <a:moveTo>
                    <a:pt x="437904" y="337237"/>
                  </a:moveTo>
                  <a:lnTo>
                    <a:pt x="430942" y="338507"/>
                  </a:lnTo>
                  <a:lnTo>
                    <a:pt x="305777" y="450267"/>
                  </a:lnTo>
                  <a:lnTo>
                    <a:pt x="301898" y="455347"/>
                  </a:lnTo>
                  <a:lnTo>
                    <a:pt x="300311" y="460427"/>
                  </a:lnTo>
                  <a:lnTo>
                    <a:pt x="301068" y="466777"/>
                  </a:lnTo>
                  <a:lnTo>
                    <a:pt x="304220" y="473127"/>
                  </a:lnTo>
                  <a:lnTo>
                    <a:pt x="309279" y="476937"/>
                  </a:lnTo>
                  <a:lnTo>
                    <a:pt x="315230" y="478207"/>
                  </a:lnTo>
                  <a:lnTo>
                    <a:pt x="321342" y="478207"/>
                  </a:lnTo>
                  <a:lnTo>
                    <a:pt x="326880" y="474397"/>
                  </a:lnTo>
                  <a:lnTo>
                    <a:pt x="439092" y="375337"/>
                  </a:lnTo>
                  <a:lnTo>
                    <a:pt x="513279" y="375337"/>
                  </a:lnTo>
                  <a:lnTo>
                    <a:pt x="437904" y="337237"/>
                  </a:lnTo>
                  <a:close/>
                </a:path>
                <a:path w="996315" h="1014729">
                  <a:moveTo>
                    <a:pt x="513279" y="375337"/>
                  </a:moveTo>
                  <a:lnTo>
                    <a:pt x="439092" y="375337"/>
                  </a:lnTo>
                  <a:lnTo>
                    <a:pt x="556107" y="433757"/>
                  </a:lnTo>
                  <a:lnTo>
                    <a:pt x="563671" y="432487"/>
                  </a:lnTo>
                  <a:lnTo>
                    <a:pt x="598202" y="395657"/>
                  </a:lnTo>
                  <a:lnTo>
                    <a:pt x="553479" y="395657"/>
                  </a:lnTo>
                  <a:lnTo>
                    <a:pt x="513279" y="375337"/>
                  </a:lnTo>
                  <a:close/>
                </a:path>
                <a:path w="996315" h="1014729">
                  <a:moveTo>
                    <a:pt x="681606" y="269928"/>
                  </a:moveTo>
                  <a:lnTo>
                    <a:pt x="625894" y="276277"/>
                  </a:lnTo>
                  <a:lnTo>
                    <a:pt x="619551" y="283897"/>
                  </a:lnTo>
                  <a:lnTo>
                    <a:pt x="621476" y="301677"/>
                  </a:lnTo>
                  <a:lnTo>
                    <a:pt x="628371" y="308027"/>
                  </a:lnTo>
                  <a:lnTo>
                    <a:pt x="636353" y="308027"/>
                  </a:lnTo>
                  <a:lnTo>
                    <a:pt x="553479" y="395657"/>
                  </a:lnTo>
                  <a:lnTo>
                    <a:pt x="598202" y="395657"/>
                  </a:lnTo>
                  <a:lnTo>
                    <a:pt x="658930" y="330888"/>
                  </a:lnTo>
                  <a:lnTo>
                    <a:pt x="691175" y="330888"/>
                  </a:lnTo>
                  <a:lnTo>
                    <a:pt x="694943" y="283898"/>
                  </a:lnTo>
                  <a:lnTo>
                    <a:pt x="695045" y="282628"/>
                  </a:lnTo>
                  <a:lnTo>
                    <a:pt x="693271" y="278818"/>
                  </a:lnTo>
                  <a:lnTo>
                    <a:pt x="686359" y="271198"/>
                  </a:lnTo>
                  <a:lnTo>
                    <a:pt x="681606" y="269928"/>
                  </a:lnTo>
                  <a:close/>
                </a:path>
                <a:path w="996315" h="1014729">
                  <a:moveTo>
                    <a:pt x="691175" y="330888"/>
                  </a:moveTo>
                  <a:lnTo>
                    <a:pt x="658930" y="330888"/>
                  </a:lnTo>
                  <a:lnTo>
                    <a:pt x="658655" y="337238"/>
                  </a:lnTo>
                  <a:lnTo>
                    <a:pt x="658545" y="339778"/>
                  </a:lnTo>
                  <a:lnTo>
                    <a:pt x="665021" y="347398"/>
                  </a:lnTo>
                  <a:lnTo>
                    <a:pt x="682493" y="348668"/>
                  </a:lnTo>
                  <a:lnTo>
                    <a:pt x="690259" y="342318"/>
                  </a:lnTo>
                  <a:lnTo>
                    <a:pt x="691175" y="330888"/>
                  </a:lnTo>
                  <a:close/>
                </a:path>
                <a:path w="996315" h="1014729">
                  <a:moveTo>
                    <a:pt x="222820" y="206427"/>
                  </a:moveTo>
                  <a:lnTo>
                    <a:pt x="177867" y="206427"/>
                  </a:lnTo>
                  <a:lnTo>
                    <a:pt x="208828" y="238177"/>
                  </a:lnTo>
                  <a:lnTo>
                    <a:pt x="214144" y="241987"/>
                  </a:lnTo>
                  <a:lnTo>
                    <a:pt x="220191" y="243257"/>
                  </a:lnTo>
                  <a:lnTo>
                    <a:pt x="226238" y="241987"/>
                  </a:lnTo>
                  <a:lnTo>
                    <a:pt x="231554" y="238177"/>
                  </a:lnTo>
                  <a:lnTo>
                    <a:pt x="235075" y="233097"/>
                  </a:lnTo>
                  <a:lnTo>
                    <a:pt x="236249" y="226747"/>
                  </a:lnTo>
                  <a:lnTo>
                    <a:pt x="235075" y="220397"/>
                  </a:lnTo>
                  <a:lnTo>
                    <a:pt x="231554" y="215317"/>
                  </a:lnTo>
                  <a:lnTo>
                    <a:pt x="222820" y="206427"/>
                  </a:lnTo>
                  <a:close/>
                </a:path>
                <a:path w="996315" h="1014729">
                  <a:moveTo>
                    <a:pt x="841179" y="142928"/>
                  </a:moveTo>
                  <a:lnTo>
                    <a:pt x="785416" y="149278"/>
                  </a:lnTo>
                  <a:lnTo>
                    <a:pt x="779007" y="156898"/>
                  </a:lnTo>
                  <a:lnTo>
                    <a:pt x="780731" y="174678"/>
                  </a:lnTo>
                  <a:lnTo>
                    <a:pt x="787057" y="179758"/>
                  </a:lnTo>
                  <a:lnTo>
                    <a:pt x="794638" y="181028"/>
                  </a:lnTo>
                  <a:lnTo>
                    <a:pt x="762757" y="212778"/>
                  </a:lnTo>
                  <a:lnTo>
                    <a:pt x="759236" y="219128"/>
                  </a:lnTo>
                  <a:lnTo>
                    <a:pt x="758062" y="225478"/>
                  </a:lnTo>
                  <a:lnTo>
                    <a:pt x="759236" y="230558"/>
                  </a:lnTo>
                  <a:lnTo>
                    <a:pt x="762757" y="236908"/>
                  </a:lnTo>
                  <a:lnTo>
                    <a:pt x="768073" y="239448"/>
                  </a:lnTo>
                  <a:lnTo>
                    <a:pt x="774120" y="240718"/>
                  </a:lnTo>
                  <a:lnTo>
                    <a:pt x="780167" y="239448"/>
                  </a:lnTo>
                  <a:lnTo>
                    <a:pt x="785484" y="236908"/>
                  </a:lnTo>
                  <a:lnTo>
                    <a:pt x="818017" y="203888"/>
                  </a:lnTo>
                  <a:lnTo>
                    <a:pt x="850190" y="203888"/>
                  </a:lnTo>
                  <a:lnTo>
                    <a:pt x="854484" y="156898"/>
                  </a:lnTo>
                  <a:lnTo>
                    <a:pt x="852760" y="151818"/>
                  </a:lnTo>
                  <a:lnTo>
                    <a:pt x="845932" y="145468"/>
                  </a:lnTo>
                  <a:lnTo>
                    <a:pt x="841179" y="142928"/>
                  </a:lnTo>
                  <a:close/>
                </a:path>
                <a:path w="996315" h="1014729">
                  <a:moveTo>
                    <a:pt x="850190" y="203888"/>
                  </a:moveTo>
                  <a:lnTo>
                    <a:pt x="818017" y="203888"/>
                  </a:lnTo>
                  <a:lnTo>
                    <a:pt x="817147" y="212778"/>
                  </a:lnTo>
                  <a:lnTo>
                    <a:pt x="823657" y="220398"/>
                  </a:lnTo>
                  <a:lnTo>
                    <a:pt x="841313" y="222938"/>
                  </a:lnTo>
                  <a:lnTo>
                    <a:pt x="849145" y="215318"/>
                  </a:lnTo>
                  <a:lnTo>
                    <a:pt x="850190" y="203888"/>
                  </a:lnTo>
                  <a:close/>
                </a:path>
                <a:path w="996315" h="1014729">
                  <a:moveTo>
                    <a:pt x="152854" y="145467"/>
                  </a:moveTo>
                  <a:lnTo>
                    <a:pt x="148165" y="146737"/>
                  </a:lnTo>
                  <a:lnTo>
                    <a:pt x="141576" y="154357"/>
                  </a:lnTo>
                  <a:lnTo>
                    <a:pt x="140021" y="159437"/>
                  </a:lnTo>
                  <a:lnTo>
                    <a:pt x="147166" y="215317"/>
                  </a:lnTo>
                  <a:lnTo>
                    <a:pt x="155220" y="221667"/>
                  </a:lnTo>
                  <a:lnTo>
                    <a:pt x="171323" y="219127"/>
                  </a:lnTo>
                  <a:lnTo>
                    <a:pt x="176863" y="214047"/>
                  </a:lnTo>
                  <a:lnTo>
                    <a:pt x="177867" y="206427"/>
                  </a:lnTo>
                  <a:lnTo>
                    <a:pt x="222820" y="206427"/>
                  </a:lnTo>
                  <a:lnTo>
                    <a:pt x="197866" y="181027"/>
                  </a:lnTo>
                  <a:lnTo>
                    <a:pt x="208811" y="181027"/>
                  </a:lnTo>
                  <a:lnTo>
                    <a:pt x="216492" y="174677"/>
                  </a:lnTo>
                  <a:lnTo>
                    <a:pt x="217681" y="156897"/>
                  </a:lnTo>
                  <a:lnTo>
                    <a:pt x="210986" y="149277"/>
                  </a:lnTo>
                  <a:lnTo>
                    <a:pt x="152854" y="145467"/>
                  </a:lnTo>
                  <a:close/>
                </a:path>
                <a:path w="996315" h="1014729">
                  <a:moveTo>
                    <a:pt x="944377" y="463531"/>
                  </a:moveTo>
                  <a:lnTo>
                    <a:pt x="938532" y="465504"/>
                  </a:lnTo>
                  <a:lnTo>
                    <a:pt x="933710" y="469754"/>
                  </a:lnTo>
                  <a:lnTo>
                    <a:pt x="929192" y="475702"/>
                  </a:lnTo>
                  <a:lnTo>
                    <a:pt x="929342" y="483815"/>
                  </a:lnTo>
                  <a:lnTo>
                    <a:pt x="933560" y="489558"/>
                  </a:lnTo>
                  <a:lnTo>
                    <a:pt x="880910" y="489558"/>
                  </a:lnTo>
                  <a:lnTo>
                    <a:pt x="873714" y="496887"/>
                  </a:lnTo>
                  <a:lnTo>
                    <a:pt x="873714" y="514936"/>
                  </a:lnTo>
                  <a:lnTo>
                    <a:pt x="880910" y="522265"/>
                  </a:lnTo>
                  <a:lnTo>
                    <a:pt x="937409" y="522265"/>
                  </a:lnTo>
                  <a:lnTo>
                    <a:pt x="935819" y="523696"/>
                  </a:lnTo>
                  <a:lnTo>
                    <a:pt x="931943" y="528848"/>
                  </a:lnTo>
                  <a:lnTo>
                    <a:pt x="930363" y="534909"/>
                  </a:lnTo>
                  <a:lnTo>
                    <a:pt x="931131" y="541133"/>
                  </a:lnTo>
                  <a:lnTo>
                    <a:pt x="934296" y="546773"/>
                  </a:lnTo>
                  <a:lnTo>
                    <a:pt x="939355" y="550721"/>
                  </a:lnTo>
                  <a:lnTo>
                    <a:pt x="945306" y="552330"/>
                  </a:lnTo>
                  <a:lnTo>
                    <a:pt x="951417" y="551548"/>
                  </a:lnTo>
                  <a:lnTo>
                    <a:pt x="956956" y="548324"/>
                  </a:lnTo>
                  <a:lnTo>
                    <a:pt x="994159" y="515243"/>
                  </a:lnTo>
                  <a:lnTo>
                    <a:pt x="996167" y="510539"/>
                  </a:lnTo>
                  <a:lnTo>
                    <a:pt x="995883" y="500756"/>
                  </a:lnTo>
                  <a:lnTo>
                    <a:pt x="993590" y="496188"/>
                  </a:lnTo>
                  <a:lnTo>
                    <a:pt x="956236" y="466805"/>
                  </a:lnTo>
                  <a:lnTo>
                    <a:pt x="950521" y="463932"/>
                  </a:lnTo>
                  <a:lnTo>
                    <a:pt x="944377" y="463531"/>
                  </a:lnTo>
                  <a:close/>
                </a:path>
                <a:path w="996315" h="1014729">
                  <a:moveTo>
                    <a:pt x="470934" y="947485"/>
                  </a:moveTo>
                  <a:lnTo>
                    <a:pt x="464822" y="948264"/>
                  </a:lnTo>
                  <a:lnTo>
                    <a:pt x="459276" y="951482"/>
                  </a:lnTo>
                  <a:lnTo>
                    <a:pt x="455409" y="956638"/>
                  </a:lnTo>
                  <a:lnTo>
                    <a:pt x="453832" y="962701"/>
                  </a:lnTo>
                  <a:lnTo>
                    <a:pt x="454485" y="968016"/>
                  </a:lnTo>
                  <a:lnTo>
                    <a:pt x="454597" y="968924"/>
                  </a:lnTo>
                  <a:lnTo>
                    <a:pt x="457753" y="974564"/>
                  </a:lnTo>
                  <a:lnTo>
                    <a:pt x="490253" y="1012454"/>
                  </a:lnTo>
                  <a:lnTo>
                    <a:pt x="494872" y="1014507"/>
                  </a:lnTo>
                  <a:lnTo>
                    <a:pt x="504478" y="1014211"/>
                  </a:lnTo>
                  <a:lnTo>
                    <a:pt x="508964" y="1011879"/>
                  </a:lnTo>
                  <a:lnTo>
                    <a:pt x="537816" y="973840"/>
                  </a:lnTo>
                  <a:lnTo>
                    <a:pt x="540630" y="968016"/>
                  </a:lnTo>
                  <a:lnTo>
                    <a:pt x="540965" y="962701"/>
                  </a:lnTo>
                  <a:lnTo>
                    <a:pt x="541025" y="961756"/>
                  </a:lnTo>
                  <a:lnTo>
                    <a:pt x="539091" y="955802"/>
                  </a:lnTo>
                  <a:lnTo>
                    <a:pt x="538127" y="954667"/>
                  </a:lnTo>
                  <a:lnTo>
                    <a:pt x="483341" y="954667"/>
                  </a:lnTo>
                  <a:lnTo>
                    <a:pt x="481952" y="953041"/>
                  </a:lnTo>
                  <a:lnTo>
                    <a:pt x="476886" y="949095"/>
                  </a:lnTo>
                  <a:lnTo>
                    <a:pt x="470934" y="947485"/>
                  </a:lnTo>
                  <a:close/>
                </a:path>
                <a:path w="996315" h="1014729">
                  <a:moveTo>
                    <a:pt x="508277" y="889789"/>
                  </a:moveTo>
                  <a:lnTo>
                    <a:pt x="490538" y="889789"/>
                  </a:lnTo>
                  <a:lnTo>
                    <a:pt x="483341" y="897120"/>
                  </a:lnTo>
                  <a:lnTo>
                    <a:pt x="483341" y="954667"/>
                  </a:lnTo>
                  <a:lnTo>
                    <a:pt x="538127" y="954667"/>
                  </a:lnTo>
                  <a:lnTo>
                    <a:pt x="534920" y="950892"/>
                  </a:lnTo>
                  <a:lnTo>
                    <a:pt x="534729" y="950742"/>
                  </a:lnTo>
                  <a:lnTo>
                    <a:pt x="515474" y="950742"/>
                  </a:lnTo>
                  <a:lnTo>
                    <a:pt x="515474" y="897120"/>
                  </a:lnTo>
                  <a:lnTo>
                    <a:pt x="508277" y="889789"/>
                  </a:lnTo>
                  <a:close/>
                </a:path>
                <a:path w="996315" h="1014729">
                  <a:moveTo>
                    <a:pt x="529080" y="946301"/>
                  </a:moveTo>
                  <a:lnTo>
                    <a:pt x="521097" y="946446"/>
                  </a:lnTo>
                  <a:lnTo>
                    <a:pt x="515474" y="950742"/>
                  </a:lnTo>
                  <a:lnTo>
                    <a:pt x="534729" y="950742"/>
                  </a:lnTo>
                  <a:lnTo>
                    <a:pt x="529080" y="946301"/>
                  </a:lnTo>
                  <a:close/>
                </a:path>
                <a:path w="996315" h="1014729">
                  <a:moveTo>
                    <a:pt x="50869" y="462184"/>
                  </a:moveTo>
                  <a:lnTo>
                    <a:pt x="44758" y="462960"/>
                  </a:lnTo>
                  <a:lnTo>
                    <a:pt x="39220" y="466174"/>
                  </a:lnTo>
                  <a:lnTo>
                    <a:pt x="2015" y="499272"/>
                  </a:lnTo>
                  <a:lnTo>
                    <a:pt x="0" y="503976"/>
                  </a:lnTo>
                  <a:lnTo>
                    <a:pt x="291" y="513759"/>
                  </a:lnTo>
                  <a:lnTo>
                    <a:pt x="2580" y="518327"/>
                  </a:lnTo>
                  <a:lnTo>
                    <a:pt x="39931" y="547710"/>
                  </a:lnTo>
                  <a:lnTo>
                    <a:pt x="45651" y="550576"/>
                  </a:lnTo>
                  <a:lnTo>
                    <a:pt x="51797" y="550978"/>
                  </a:lnTo>
                  <a:lnTo>
                    <a:pt x="57644" y="549009"/>
                  </a:lnTo>
                  <a:lnTo>
                    <a:pt x="62464" y="544762"/>
                  </a:lnTo>
                  <a:lnTo>
                    <a:pt x="66974" y="538813"/>
                  </a:lnTo>
                  <a:lnTo>
                    <a:pt x="66830" y="530684"/>
                  </a:lnTo>
                  <a:lnTo>
                    <a:pt x="62613" y="524957"/>
                  </a:lnTo>
                  <a:lnTo>
                    <a:pt x="115265" y="524957"/>
                  </a:lnTo>
                  <a:lnTo>
                    <a:pt x="122463" y="517628"/>
                  </a:lnTo>
                  <a:lnTo>
                    <a:pt x="122463" y="499562"/>
                  </a:lnTo>
                  <a:lnTo>
                    <a:pt x="115265" y="492233"/>
                  </a:lnTo>
                  <a:lnTo>
                    <a:pt x="58757" y="492233"/>
                  </a:lnTo>
                  <a:lnTo>
                    <a:pt x="60354" y="490819"/>
                  </a:lnTo>
                  <a:lnTo>
                    <a:pt x="64229" y="485660"/>
                  </a:lnTo>
                  <a:lnTo>
                    <a:pt x="65809" y="479600"/>
                  </a:lnTo>
                  <a:lnTo>
                    <a:pt x="65044" y="473380"/>
                  </a:lnTo>
                  <a:lnTo>
                    <a:pt x="61885" y="467742"/>
                  </a:lnTo>
                  <a:lnTo>
                    <a:pt x="56822" y="463794"/>
                  </a:lnTo>
                  <a:lnTo>
                    <a:pt x="50869" y="462184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884495" y="6703144"/>
              <a:ext cx="4811395" cy="3298190"/>
            </a:xfrm>
            <a:custGeom>
              <a:avLst/>
              <a:gdLst/>
              <a:ahLst/>
              <a:cxnLst/>
              <a:rect l="l" t="t" r="r" b="b"/>
              <a:pathLst>
                <a:path w="4811395" h="3298190">
                  <a:moveTo>
                    <a:pt x="1389852" y="0"/>
                  </a:moveTo>
                  <a:lnTo>
                    <a:pt x="4811146" y="0"/>
                  </a:lnTo>
                </a:path>
                <a:path w="4811395" h="3298190">
                  <a:moveTo>
                    <a:pt x="0" y="3297852"/>
                  </a:moveTo>
                  <a:lnTo>
                    <a:pt x="3421293" y="3297852"/>
                  </a:lnTo>
                </a:path>
              </a:pathLst>
            </a:custGeom>
            <a:ln w="19049">
              <a:solidFill>
                <a:srgbClr val="30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479512" y="5425378"/>
            <a:ext cx="4970145" cy="15303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8675"/>
              </a:lnSpc>
              <a:spcBef>
                <a:spcPts val="110"/>
              </a:spcBef>
            </a:pPr>
            <a:r>
              <a:rPr dirty="0" sz="7300" spc="695" b="1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7300" spc="-1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300" spc="605" b="1">
                <a:solidFill>
                  <a:srgbClr val="FFFFFF"/>
                </a:solidFill>
                <a:latin typeface="Calibri"/>
                <a:cs typeface="Calibri"/>
              </a:rPr>
              <a:t>LENS</a:t>
            </a:r>
            <a:endParaRPr sz="7300">
              <a:latin typeface="Calibri"/>
              <a:cs typeface="Calibri"/>
            </a:endParaRPr>
          </a:p>
          <a:p>
            <a:pPr marL="12700">
              <a:lnSpc>
                <a:spcPts val="3155"/>
              </a:lnSpc>
            </a:pPr>
            <a:r>
              <a:rPr dirty="0" sz="2700" spc="135" b="1">
                <a:solidFill>
                  <a:srgbClr val="53E6B0"/>
                </a:solidFill>
                <a:latin typeface="Calibri"/>
                <a:cs typeface="Calibri"/>
              </a:rPr>
              <a:t>APPLICATION</a:t>
            </a:r>
            <a:r>
              <a:rPr dirty="0" sz="2700" spc="20" b="1">
                <a:solidFill>
                  <a:srgbClr val="53E6B0"/>
                </a:solidFill>
                <a:latin typeface="Calibri"/>
                <a:cs typeface="Calibri"/>
              </a:rPr>
              <a:t> </a:t>
            </a:r>
            <a:r>
              <a:rPr dirty="0" sz="2700" spc="155" b="1">
                <a:solidFill>
                  <a:srgbClr val="53E6B0"/>
                </a:solidFill>
                <a:latin typeface="Calibri"/>
                <a:cs typeface="Calibri"/>
              </a:rPr>
              <a:t>REFRACTORING</a:t>
            </a:r>
            <a:endParaRPr sz="2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63577" y="1571331"/>
            <a:ext cx="4193540" cy="12820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250" spc="240"/>
              <a:t>refractor</a:t>
            </a:r>
            <a:endParaRPr sz="8250"/>
          </a:p>
        </p:txBody>
      </p:sp>
      <p:sp>
        <p:nvSpPr>
          <p:cNvPr id="3" name="object 3"/>
          <p:cNvSpPr txBox="1"/>
          <p:nvPr/>
        </p:nvSpPr>
        <p:spPr>
          <a:xfrm>
            <a:off x="863577" y="2843534"/>
            <a:ext cx="5547360" cy="2271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850"/>
              </a:lnSpc>
              <a:spcBef>
                <a:spcPts val="100"/>
              </a:spcBef>
            </a:pPr>
            <a:r>
              <a:rPr dirty="0" sz="6600" spc="170" b="1">
                <a:solidFill>
                  <a:srgbClr val="FFFFFF"/>
                </a:solidFill>
                <a:latin typeface="Calibri"/>
                <a:cs typeface="Calibri"/>
              </a:rPr>
              <a:t>re-</a:t>
            </a:r>
            <a:r>
              <a:rPr dirty="0" sz="6600" spc="220" b="1">
                <a:solidFill>
                  <a:srgbClr val="FFFFFF"/>
                </a:solidFill>
                <a:latin typeface="Calibri"/>
                <a:cs typeface="Calibri"/>
              </a:rPr>
              <a:t>engineering</a:t>
            </a:r>
            <a:endParaRPr sz="6600">
              <a:latin typeface="Calibri"/>
              <a:cs typeface="Calibri"/>
            </a:endParaRPr>
          </a:p>
          <a:p>
            <a:pPr marL="12700">
              <a:lnSpc>
                <a:spcPts val="9830"/>
              </a:lnSpc>
            </a:pPr>
            <a:r>
              <a:rPr dirty="0" sz="8250" spc="180" b="1">
                <a:solidFill>
                  <a:srgbClr val="FFFFFF"/>
                </a:solidFill>
                <a:latin typeface="Calibri"/>
                <a:cs typeface="Calibri"/>
              </a:rPr>
              <a:t>rework</a:t>
            </a:r>
            <a:endParaRPr sz="825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77707" y="9529138"/>
            <a:ext cx="670560" cy="670560"/>
          </a:xfrm>
          <a:custGeom>
            <a:avLst/>
            <a:gdLst/>
            <a:ahLst/>
            <a:cxnLst/>
            <a:rect l="l" t="t" r="r" b="b"/>
            <a:pathLst>
              <a:path w="670560" h="670559">
                <a:moveTo>
                  <a:pt x="335006" y="0"/>
                </a:moveTo>
                <a:lnTo>
                  <a:pt x="285500" y="3633"/>
                </a:lnTo>
                <a:lnTo>
                  <a:pt x="238251" y="14190"/>
                </a:lnTo>
                <a:lnTo>
                  <a:pt x="193775" y="31150"/>
                </a:lnTo>
                <a:lnTo>
                  <a:pt x="152590" y="53996"/>
                </a:lnTo>
                <a:lnTo>
                  <a:pt x="115216" y="82209"/>
                </a:lnTo>
                <a:lnTo>
                  <a:pt x="82170" y="115271"/>
                </a:lnTo>
                <a:lnTo>
                  <a:pt x="53971" y="152663"/>
                </a:lnTo>
                <a:lnTo>
                  <a:pt x="31135" y="193868"/>
                </a:lnTo>
                <a:lnTo>
                  <a:pt x="14183" y="238366"/>
                </a:lnTo>
                <a:lnTo>
                  <a:pt x="3632" y="285639"/>
                </a:lnTo>
                <a:lnTo>
                  <a:pt x="0" y="335170"/>
                </a:lnTo>
                <a:lnTo>
                  <a:pt x="3632" y="384701"/>
                </a:lnTo>
                <a:lnTo>
                  <a:pt x="14183" y="431975"/>
                </a:lnTo>
                <a:lnTo>
                  <a:pt x="31136" y="476474"/>
                </a:lnTo>
                <a:lnTo>
                  <a:pt x="53971" y="517679"/>
                </a:lnTo>
                <a:lnTo>
                  <a:pt x="82170" y="555072"/>
                </a:lnTo>
                <a:lnTo>
                  <a:pt x="115216" y="588135"/>
                </a:lnTo>
                <a:lnTo>
                  <a:pt x="152591" y="616349"/>
                </a:lnTo>
                <a:lnTo>
                  <a:pt x="193775" y="639195"/>
                </a:lnTo>
                <a:lnTo>
                  <a:pt x="238251" y="656156"/>
                </a:lnTo>
                <a:lnTo>
                  <a:pt x="285501" y="666712"/>
                </a:lnTo>
                <a:lnTo>
                  <a:pt x="335006" y="670346"/>
                </a:lnTo>
                <a:lnTo>
                  <a:pt x="384512" y="666712"/>
                </a:lnTo>
                <a:lnTo>
                  <a:pt x="431762" y="656156"/>
                </a:lnTo>
                <a:lnTo>
                  <a:pt x="476239" y="639195"/>
                </a:lnTo>
                <a:lnTo>
                  <a:pt x="517423" y="616349"/>
                </a:lnTo>
                <a:lnTo>
                  <a:pt x="554797" y="588135"/>
                </a:lnTo>
                <a:lnTo>
                  <a:pt x="587842" y="555072"/>
                </a:lnTo>
                <a:lnTo>
                  <a:pt x="616042" y="517679"/>
                </a:lnTo>
                <a:lnTo>
                  <a:pt x="626583" y="498657"/>
                </a:lnTo>
                <a:lnTo>
                  <a:pt x="278812" y="498657"/>
                </a:lnTo>
                <a:lnTo>
                  <a:pt x="271363" y="495819"/>
                </a:lnTo>
                <a:lnTo>
                  <a:pt x="265674" y="490127"/>
                </a:lnTo>
                <a:lnTo>
                  <a:pt x="259283" y="480495"/>
                </a:lnTo>
                <a:lnTo>
                  <a:pt x="257152" y="469537"/>
                </a:lnTo>
                <a:lnTo>
                  <a:pt x="259283" y="458579"/>
                </a:lnTo>
                <a:lnTo>
                  <a:pt x="265674" y="448948"/>
                </a:lnTo>
                <a:lnTo>
                  <a:pt x="379396" y="335170"/>
                </a:lnTo>
                <a:lnTo>
                  <a:pt x="265674" y="221392"/>
                </a:lnTo>
                <a:lnTo>
                  <a:pt x="259283" y="211763"/>
                </a:lnTo>
                <a:lnTo>
                  <a:pt x="257152" y="200808"/>
                </a:lnTo>
                <a:lnTo>
                  <a:pt x="259283" y="189851"/>
                </a:lnTo>
                <a:lnTo>
                  <a:pt x="265674" y="180213"/>
                </a:lnTo>
                <a:lnTo>
                  <a:pt x="275308" y="173818"/>
                </a:lnTo>
                <a:lnTo>
                  <a:pt x="286261" y="171687"/>
                </a:lnTo>
                <a:lnTo>
                  <a:pt x="626584" y="171687"/>
                </a:lnTo>
                <a:lnTo>
                  <a:pt x="616041" y="152663"/>
                </a:lnTo>
                <a:lnTo>
                  <a:pt x="587842" y="115271"/>
                </a:lnTo>
                <a:lnTo>
                  <a:pt x="554797" y="82209"/>
                </a:lnTo>
                <a:lnTo>
                  <a:pt x="517423" y="53996"/>
                </a:lnTo>
                <a:lnTo>
                  <a:pt x="476238" y="31150"/>
                </a:lnTo>
                <a:lnTo>
                  <a:pt x="431762" y="14190"/>
                </a:lnTo>
                <a:lnTo>
                  <a:pt x="384512" y="3633"/>
                </a:lnTo>
                <a:lnTo>
                  <a:pt x="335006" y="0"/>
                </a:lnTo>
                <a:close/>
              </a:path>
              <a:path w="670560" h="670559">
                <a:moveTo>
                  <a:pt x="626584" y="171687"/>
                </a:moveTo>
                <a:lnTo>
                  <a:pt x="286261" y="171687"/>
                </a:lnTo>
                <a:lnTo>
                  <a:pt x="297215" y="173818"/>
                </a:lnTo>
                <a:lnTo>
                  <a:pt x="306848" y="180213"/>
                </a:lnTo>
                <a:lnTo>
                  <a:pt x="446179" y="319612"/>
                </a:lnTo>
                <a:lnTo>
                  <a:pt x="449243" y="327019"/>
                </a:lnTo>
                <a:lnTo>
                  <a:pt x="449243" y="343321"/>
                </a:lnTo>
                <a:lnTo>
                  <a:pt x="446179" y="350728"/>
                </a:lnTo>
                <a:lnTo>
                  <a:pt x="301159" y="495819"/>
                </a:lnTo>
                <a:lnTo>
                  <a:pt x="293710" y="498657"/>
                </a:lnTo>
                <a:lnTo>
                  <a:pt x="626583" y="498657"/>
                </a:lnTo>
                <a:lnTo>
                  <a:pt x="638876" y="476474"/>
                </a:lnTo>
                <a:lnTo>
                  <a:pt x="655828" y="431975"/>
                </a:lnTo>
                <a:lnTo>
                  <a:pt x="666379" y="384701"/>
                </a:lnTo>
                <a:lnTo>
                  <a:pt x="669980" y="335595"/>
                </a:lnTo>
                <a:lnTo>
                  <a:pt x="670011" y="335170"/>
                </a:lnTo>
                <a:lnTo>
                  <a:pt x="666379" y="285639"/>
                </a:lnTo>
                <a:lnTo>
                  <a:pt x="655828" y="238366"/>
                </a:lnTo>
                <a:lnTo>
                  <a:pt x="638876" y="193868"/>
                </a:lnTo>
                <a:lnTo>
                  <a:pt x="626584" y="17168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321457" y="5359098"/>
            <a:ext cx="502284" cy="556895"/>
          </a:xfrm>
          <a:custGeom>
            <a:avLst/>
            <a:gdLst/>
            <a:ahLst/>
            <a:cxnLst/>
            <a:rect l="l" t="t" r="r" b="b"/>
            <a:pathLst>
              <a:path w="502285" h="556895">
                <a:moveTo>
                  <a:pt x="260020" y="0"/>
                </a:moveTo>
                <a:lnTo>
                  <a:pt x="0" y="0"/>
                </a:lnTo>
                <a:lnTo>
                  <a:pt x="241952" y="278226"/>
                </a:lnTo>
                <a:lnTo>
                  <a:pt x="0" y="556453"/>
                </a:lnTo>
                <a:lnTo>
                  <a:pt x="260020" y="556453"/>
                </a:lnTo>
                <a:lnTo>
                  <a:pt x="279707" y="533813"/>
                </a:lnTo>
                <a:lnTo>
                  <a:pt x="47701" y="533813"/>
                </a:lnTo>
                <a:lnTo>
                  <a:pt x="269885" y="278226"/>
                </a:lnTo>
                <a:lnTo>
                  <a:pt x="47701" y="22776"/>
                </a:lnTo>
                <a:lnTo>
                  <a:pt x="279826" y="22776"/>
                </a:lnTo>
                <a:lnTo>
                  <a:pt x="260020" y="0"/>
                </a:lnTo>
                <a:close/>
              </a:path>
              <a:path w="502285" h="556895">
                <a:moveTo>
                  <a:pt x="279826" y="22776"/>
                </a:moveTo>
                <a:lnTo>
                  <a:pt x="251817" y="22776"/>
                </a:lnTo>
                <a:lnTo>
                  <a:pt x="474017" y="278226"/>
                </a:lnTo>
                <a:lnTo>
                  <a:pt x="251817" y="533813"/>
                </a:lnTo>
                <a:lnTo>
                  <a:pt x="279707" y="533813"/>
                </a:lnTo>
                <a:lnTo>
                  <a:pt x="501962" y="278226"/>
                </a:lnTo>
                <a:lnTo>
                  <a:pt x="279826" y="227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4396" y="768076"/>
            <a:ext cx="1406478" cy="140638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158063" y="3947255"/>
            <a:ext cx="5808980" cy="3343275"/>
            <a:chOff x="4158063" y="3947255"/>
            <a:chExt cx="5808980" cy="3343275"/>
          </a:xfrm>
        </p:grpSpPr>
        <p:sp>
          <p:nvSpPr>
            <p:cNvPr id="8" name="object 8"/>
            <p:cNvSpPr/>
            <p:nvPr/>
          </p:nvSpPr>
          <p:spPr>
            <a:xfrm>
              <a:off x="4172006" y="5686423"/>
              <a:ext cx="655955" cy="769620"/>
            </a:xfrm>
            <a:custGeom>
              <a:avLst/>
              <a:gdLst/>
              <a:ahLst/>
              <a:cxnLst/>
              <a:rect l="l" t="t" r="r" b="b"/>
              <a:pathLst>
                <a:path w="655954" h="769620">
                  <a:moveTo>
                    <a:pt x="327659" y="0"/>
                  </a:moveTo>
                  <a:lnTo>
                    <a:pt x="0" y="0"/>
                  </a:lnTo>
                  <a:lnTo>
                    <a:pt x="327659" y="384661"/>
                  </a:lnTo>
                  <a:lnTo>
                    <a:pt x="0" y="769269"/>
                  </a:lnTo>
                  <a:lnTo>
                    <a:pt x="327659" y="769269"/>
                  </a:lnTo>
                  <a:lnTo>
                    <a:pt x="655330" y="384661"/>
                  </a:lnTo>
                  <a:lnTo>
                    <a:pt x="32765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158056" y="6455695"/>
              <a:ext cx="1157605" cy="835025"/>
            </a:xfrm>
            <a:custGeom>
              <a:avLst/>
              <a:gdLst/>
              <a:ahLst/>
              <a:cxnLst/>
              <a:rect l="l" t="t" r="r" b="b"/>
              <a:pathLst>
                <a:path w="1157604" h="835025">
                  <a:moveTo>
                    <a:pt x="488010" y="556450"/>
                  </a:moveTo>
                  <a:lnTo>
                    <a:pt x="460819" y="524294"/>
                  </a:lnTo>
                  <a:lnTo>
                    <a:pt x="460819" y="556450"/>
                  </a:lnTo>
                  <a:lnTo>
                    <a:pt x="244830" y="811961"/>
                  </a:lnTo>
                  <a:lnTo>
                    <a:pt x="46380" y="811961"/>
                  </a:lnTo>
                  <a:lnTo>
                    <a:pt x="262407" y="556450"/>
                  </a:lnTo>
                  <a:lnTo>
                    <a:pt x="46380" y="300951"/>
                  </a:lnTo>
                  <a:lnTo>
                    <a:pt x="244830" y="300951"/>
                  </a:lnTo>
                  <a:lnTo>
                    <a:pt x="460819" y="556450"/>
                  </a:lnTo>
                  <a:lnTo>
                    <a:pt x="460819" y="524294"/>
                  </a:lnTo>
                  <a:lnTo>
                    <a:pt x="272008" y="300951"/>
                  </a:lnTo>
                  <a:lnTo>
                    <a:pt x="252793" y="278231"/>
                  </a:lnTo>
                  <a:lnTo>
                    <a:pt x="0" y="278231"/>
                  </a:lnTo>
                  <a:lnTo>
                    <a:pt x="235229" y="556450"/>
                  </a:lnTo>
                  <a:lnTo>
                    <a:pt x="0" y="834682"/>
                  </a:lnTo>
                  <a:lnTo>
                    <a:pt x="252793" y="834682"/>
                  </a:lnTo>
                  <a:lnTo>
                    <a:pt x="271995" y="811961"/>
                  </a:lnTo>
                  <a:lnTo>
                    <a:pt x="488010" y="556450"/>
                  </a:lnTo>
                  <a:close/>
                </a:path>
                <a:path w="1157604" h="835025">
                  <a:moveTo>
                    <a:pt x="1157300" y="278231"/>
                  </a:moveTo>
                  <a:lnTo>
                    <a:pt x="1130109" y="246075"/>
                  </a:lnTo>
                  <a:lnTo>
                    <a:pt x="1130109" y="278231"/>
                  </a:lnTo>
                  <a:lnTo>
                    <a:pt x="914095" y="533730"/>
                  </a:lnTo>
                  <a:lnTo>
                    <a:pt x="715632" y="533730"/>
                  </a:lnTo>
                  <a:lnTo>
                    <a:pt x="931646" y="278231"/>
                  </a:lnTo>
                  <a:lnTo>
                    <a:pt x="715632" y="22720"/>
                  </a:lnTo>
                  <a:lnTo>
                    <a:pt x="914095" y="22720"/>
                  </a:lnTo>
                  <a:lnTo>
                    <a:pt x="1130109" y="278231"/>
                  </a:lnTo>
                  <a:lnTo>
                    <a:pt x="1130109" y="246075"/>
                  </a:lnTo>
                  <a:lnTo>
                    <a:pt x="941324" y="22720"/>
                  </a:lnTo>
                  <a:lnTo>
                    <a:pt x="922121" y="0"/>
                  </a:lnTo>
                  <a:lnTo>
                    <a:pt x="669277" y="0"/>
                  </a:lnTo>
                  <a:lnTo>
                    <a:pt x="904570" y="278231"/>
                  </a:lnTo>
                  <a:lnTo>
                    <a:pt x="669277" y="556450"/>
                  </a:lnTo>
                  <a:lnTo>
                    <a:pt x="922121" y="556450"/>
                  </a:lnTo>
                  <a:lnTo>
                    <a:pt x="941324" y="533730"/>
                  </a:lnTo>
                  <a:lnTo>
                    <a:pt x="1157300" y="2782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10755" y="3975830"/>
              <a:ext cx="3127375" cy="3127375"/>
            </a:xfrm>
            <a:custGeom>
              <a:avLst/>
              <a:gdLst/>
              <a:ahLst/>
              <a:cxnLst/>
              <a:rect l="l" t="t" r="r" b="b"/>
              <a:pathLst>
                <a:path w="3127375" h="3127375">
                  <a:moveTo>
                    <a:pt x="1563412" y="185"/>
                  </a:moveTo>
                  <a:lnTo>
                    <a:pt x="1514708" y="929"/>
                  </a:lnTo>
                  <a:lnTo>
                    <a:pt x="1466376" y="3146"/>
                  </a:lnTo>
                  <a:lnTo>
                    <a:pt x="1418436" y="6816"/>
                  </a:lnTo>
                  <a:lnTo>
                    <a:pt x="1370910" y="11916"/>
                  </a:lnTo>
                  <a:lnTo>
                    <a:pt x="1323821" y="18425"/>
                  </a:lnTo>
                  <a:lnTo>
                    <a:pt x="1277188" y="26320"/>
                  </a:lnTo>
                  <a:lnTo>
                    <a:pt x="1231035" y="35582"/>
                  </a:lnTo>
                  <a:lnTo>
                    <a:pt x="1185383" y="46187"/>
                  </a:lnTo>
                  <a:lnTo>
                    <a:pt x="1140253" y="58114"/>
                  </a:lnTo>
                  <a:lnTo>
                    <a:pt x="1095667" y="71342"/>
                  </a:lnTo>
                  <a:lnTo>
                    <a:pt x="1051646" y="85849"/>
                  </a:lnTo>
                  <a:lnTo>
                    <a:pt x="1008213" y="101613"/>
                  </a:lnTo>
                  <a:lnTo>
                    <a:pt x="965388" y="118614"/>
                  </a:lnTo>
                  <a:lnTo>
                    <a:pt x="923194" y="136828"/>
                  </a:lnTo>
                  <a:lnTo>
                    <a:pt x="881652" y="156235"/>
                  </a:lnTo>
                  <a:lnTo>
                    <a:pt x="840784" y="176813"/>
                  </a:lnTo>
                  <a:lnTo>
                    <a:pt x="800611" y="198540"/>
                  </a:lnTo>
                  <a:lnTo>
                    <a:pt x="761155" y="221395"/>
                  </a:lnTo>
                  <a:lnTo>
                    <a:pt x="722437" y="245355"/>
                  </a:lnTo>
                  <a:lnTo>
                    <a:pt x="684479" y="270401"/>
                  </a:lnTo>
                  <a:lnTo>
                    <a:pt x="647304" y="296509"/>
                  </a:lnTo>
                  <a:lnTo>
                    <a:pt x="610931" y="323658"/>
                  </a:lnTo>
                  <a:lnTo>
                    <a:pt x="575384" y="351827"/>
                  </a:lnTo>
                  <a:lnTo>
                    <a:pt x="540684" y="380994"/>
                  </a:lnTo>
                  <a:lnTo>
                    <a:pt x="506851" y="411137"/>
                  </a:lnTo>
                  <a:lnTo>
                    <a:pt x="473909" y="442235"/>
                  </a:lnTo>
                  <a:lnTo>
                    <a:pt x="441878" y="474266"/>
                  </a:lnTo>
                  <a:lnTo>
                    <a:pt x="410780" y="507209"/>
                  </a:lnTo>
                  <a:lnTo>
                    <a:pt x="380636" y="541041"/>
                  </a:lnTo>
                  <a:lnTo>
                    <a:pt x="351470" y="575742"/>
                  </a:lnTo>
                  <a:lnTo>
                    <a:pt x="323301" y="611289"/>
                  </a:lnTo>
                  <a:lnTo>
                    <a:pt x="296151" y="647661"/>
                  </a:lnTo>
                  <a:lnTo>
                    <a:pt x="270043" y="684837"/>
                  </a:lnTo>
                  <a:lnTo>
                    <a:pt x="244998" y="722794"/>
                  </a:lnTo>
                  <a:lnTo>
                    <a:pt x="221037" y="761512"/>
                  </a:lnTo>
                  <a:lnTo>
                    <a:pt x="198182" y="800968"/>
                  </a:lnTo>
                  <a:lnTo>
                    <a:pt x="176455" y="841141"/>
                  </a:lnTo>
                  <a:lnTo>
                    <a:pt x="155877" y="882010"/>
                  </a:lnTo>
                  <a:lnTo>
                    <a:pt x="136471" y="923552"/>
                  </a:lnTo>
                  <a:lnTo>
                    <a:pt x="118256" y="965746"/>
                  </a:lnTo>
                  <a:lnTo>
                    <a:pt x="101256" y="1008570"/>
                  </a:lnTo>
                  <a:lnTo>
                    <a:pt x="85492" y="1052004"/>
                  </a:lnTo>
                  <a:lnTo>
                    <a:pt x="70985" y="1096024"/>
                  </a:lnTo>
                  <a:lnTo>
                    <a:pt x="57757" y="1140610"/>
                  </a:lnTo>
                  <a:lnTo>
                    <a:pt x="45829" y="1185740"/>
                  </a:lnTo>
                  <a:lnTo>
                    <a:pt x="35224" y="1231393"/>
                  </a:lnTo>
                  <a:lnTo>
                    <a:pt x="25963" y="1277546"/>
                  </a:lnTo>
                  <a:lnTo>
                    <a:pt x="18067" y="1324178"/>
                  </a:lnTo>
                  <a:lnTo>
                    <a:pt x="11558" y="1371268"/>
                  </a:lnTo>
                  <a:lnTo>
                    <a:pt x="6459" y="1418794"/>
                  </a:lnTo>
                  <a:lnTo>
                    <a:pt x="2789" y="1466733"/>
                  </a:lnTo>
                  <a:lnTo>
                    <a:pt x="571" y="1515066"/>
                  </a:lnTo>
                  <a:lnTo>
                    <a:pt x="-172" y="1563769"/>
                  </a:lnTo>
                  <a:lnTo>
                    <a:pt x="571" y="1612473"/>
                  </a:lnTo>
                  <a:lnTo>
                    <a:pt x="2789" y="1660805"/>
                  </a:lnTo>
                  <a:lnTo>
                    <a:pt x="6459" y="1708745"/>
                  </a:lnTo>
                  <a:lnTo>
                    <a:pt x="11558" y="1756271"/>
                  </a:lnTo>
                  <a:lnTo>
                    <a:pt x="18067" y="1803360"/>
                  </a:lnTo>
                  <a:lnTo>
                    <a:pt x="25963" y="1849993"/>
                  </a:lnTo>
                  <a:lnTo>
                    <a:pt x="35224" y="1896146"/>
                  </a:lnTo>
                  <a:lnTo>
                    <a:pt x="45829" y="1941798"/>
                  </a:lnTo>
                  <a:lnTo>
                    <a:pt x="57757" y="1986928"/>
                  </a:lnTo>
                  <a:lnTo>
                    <a:pt x="70985" y="2031515"/>
                  </a:lnTo>
                  <a:lnTo>
                    <a:pt x="85492" y="2075535"/>
                  </a:lnTo>
                  <a:lnTo>
                    <a:pt x="101256" y="2118968"/>
                  </a:lnTo>
                  <a:lnTo>
                    <a:pt x="118256" y="2161793"/>
                  </a:lnTo>
                  <a:lnTo>
                    <a:pt x="136471" y="2203987"/>
                  </a:lnTo>
                  <a:lnTo>
                    <a:pt x="155877" y="2245529"/>
                  </a:lnTo>
                  <a:lnTo>
                    <a:pt x="176455" y="2286397"/>
                  </a:lnTo>
                  <a:lnTo>
                    <a:pt x="198182" y="2326571"/>
                  </a:lnTo>
                  <a:lnTo>
                    <a:pt x="221037" y="2366027"/>
                  </a:lnTo>
                  <a:lnTo>
                    <a:pt x="244998" y="2404744"/>
                  </a:lnTo>
                  <a:lnTo>
                    <a:pt x="270043" y="2442702"/>
                  </a:lnTo>
                  <a:lnTo>
                    <a:pt x="296151" y="2479877"/>
                  </a:lnTo>
                  <a:lnTo>
                    <a:pt x="323301" y="2516250"/>
                  </a:lnTo>
                  <a:lnTo>
                    <a:pt x="351470" y="2551797"/>
                  </a:lnTo>
                  <a:lnTo>
                    <a:pt x="380636" y="2586498"/>
                  </a:lnTo>
                  <a:lnTo>
                    <a:pt x="410780" y="2620330"/>
                  </a:lnTo>
                  <a:lnTo>
                    <a:pt x="441878" y="2653273"/>
                  </a:lnTo>
                  <a:lnTo>
                    <a:pt x="473909" y="2685304"/>
                  </a:lnTo>
                  <a:lnTo>
                    <a:pt x="506851" y="2716402"/>
                  </a:lnTo>
                  <a:lnTo>
                    <a:pt x="540684" y="2746545"/>
                  </a:lnTo>
                  <a:lnTo>
                    <a:pt x="575384" y="2775712"/>
                  </a:lnTo>
                  <a:lnTo>
                    <a:pt x="610931" y="2803881"/>
                  </a:lnTo>
                  <a:lnTo>
                    <a:pt x="647304" y="2831030"/>
                  </a:lnTo>
                  <a:lnTo>
                    <a:pt x="684479" y="2857138"/>
                  </a:lnTo>
                  <a:lnTo>
                    <a:pt x="722437" y="2882183"/>
                  </a:lnTo>
                  <a:lnTo>
                    <a:pt x="761155" y="2906144"/>
                  </a:lnTo>
                  <a:lnTo>
                    <a:pt x="800611" y="2928999"/>
                  </a:lnTo>
                  <a:lnTo>
                    <a:pt x="840784" y="2950726"/>
                  </a:lnTo>
                  <a:lnTo>
                    <a:pt x="881652" y="2971304"/>
                  </a:lnTo>
                  <a:lnTo>
                    <a:pt x="923194" y="2990711"/>
                  </a:lnTo>
                  <a:lnTo>
                    <a:pt x="965388" y="3008925"/>
                  </a:lnTo>
                  <a:lnTo>
                    <a:pt x="1008213" y="3025925"/>
                  </a:lnTo>
                  <a:lnTo>
                    <a:pt x="1051646" y="3041690"/>
                  </a:lnTo>
                  <a:lnTo>
                    <a:pt x="1095667" y="3056197"/>
                  </a:lnTo>
                  <a:lnTo>
                    <a:pt x="1140253" y="3069425"/>
                  </a:lnTo>
                  <a:lnTo>
                    <a:pt x="1185383" y="3081352"/>
                  </a:lnTo>
                  <a:lnTo>
                    <a:pt x="1231035" y="3091957"/>
                  </a:lnTo>
                  <a:lnTo>
                    <a:pt x="1277188" y="3101218"/>
                  </a:lnTo>
                  <a:lnTo>
                    <a:pt x="1323821" y="3109114"/>
                  </a:lnTo>
                  <a:lnTo>
                    <a:pt x="1370910" y="3115623"/>
                  </a:lnTo>
                  <a:lnTo>
                    <a:pt x="1418436" y="3120723"/>
                  </a:lnTo>
                  <a:lnTo>
                    <a:pt x="1466376" y="3124392"/>
                  </a:lnTo>
                  <a:lnTo>
                    <a:pt x="1514708" y="3126610"/>
                  </a:lnTo>
                  <a:lnTo>
                    <a:pt x="1563412" y="3127354"/>
                  </a:lnTo>
                  <a:lnTo>
                    <a:pt x="1612115" y="3126610"/>
                  </a:lnTo>
                  <a:lnTo>
                    <a:pt x="1660448" y="3124392"/>
                  </a:lnTo>
                  <a:lnTo>
                    <a:pt x="1708388" y="3120723"/>
                  </a:lnTo>
                  <a:lnTo>
                    <a:pt x="1755913" y="3115623"/>
                  </a:lnTo>
                  <a:lnTo>
                    <a:pt x="1803003" y="3109114"/>
                  </a:lnTo>
                  <a:lnTo>
                    <a:pt x="1849635" y="3101218"/>
                  </a:lnTo>
                  <a:lnTo>
                    <a:pt x="1895788" y="3091957"/>
                  </a:lnTo>
                  <a:lnTo>
                    <a:pt x="1941441" y="3081352"/>
                  </a:lnTo>
                  <a:lnTo>
                    <a:pt x="1986571" y="3069425"/>
                  </a:lnTo>
                  <a:lnTo>
                    <a:pt x="2031157" y="3056197"/>
                  </a:lnTo>
                  <a:lnTo>
                    <a:pt x="2075178" y="3041690"/>
                  </a:lnTo>
                  <a:lnTo>
                    <a:pt x="2118611" y="3025925"/>
                  </a:lnTo>
                  <a:lnTo>
                    <a:pt x="2161436" y="3008925"/>
                  </a:lnTo>
                  <a:lnTo>
                    <a:pt x="2203630" y="2990711"/>
                  </a:lnTo>
                  <a:lnTo>
                    <a:pt x="2245172" y="2971304"/>
                  </a:lnTo>
                  <a:lnTo>
                    <a:pt x="2286040" y="2950726"/>
                  </a:lnTo>
                  <a:lnTo>
                    <a:pt x="2326213" y="2928999"/>
                  </a:lnTo>
                  <a:lnTo>
                    <a:pt x="2365669" y="2906144"/>
                  </a:lnTo>
                  <a:lnTo>
                    <a:pt x="2404387" y="2882183"/>
                  </a:lnTo>
                  <a:lnTo>
                    <a:pt x="2442344" y="2857138"/>
                  </a:lnTo>
                  <a:lnTo>
                    <a:pt x="2479520" y="2831030"/>
                  </a:lnTo>
                  <a:lnTo>
                    <a:pt x="2515892" y="2803881"/>
                  </a:lnTo>
                  <a:lnTo>
                    <a:pt x="2551440" y="2775712"/>
                  </a:lnTo>
                  <a:lnTo>
                    <a:pt x="2586140" y="2746545"/>
                  </a:lnTo>
                  <a:lnTo>
                    <a:pt x="2619973" y="2716402"/>
                  </a:lnTo>
                  <a:lnTo>
                    <a:pt x="2652915" y="2685304"/>
                  </a:lnTo>
                  <a:lnTo>
                    <a:pt x="2684946" y="2653273"/>
                  </a:lnTo>
                  <a:lnTo>
                    <a:pt x="2716044" y="2620330"/>
                  </a:lnTo>
                  <a:lnTo>
                    <a:pt x="2746187" y="2586498"/>
                  </a:lnTo>
                  <a:lnTo>
                    <a:pt x="2775354" y="2551797"/>
                  </a:lnTo>
                  <a:lnTo>
                    <a:pt x="2803523" y="2516250"/>
                  </a:lnTo>
                  <a:lnTo>
                    <a:pt x="2830672" y="2479877"/>
                  </a:lnTo>
                  <a:lnTo>
                    <a:pt x="2856780" y="2442702"/>
                  </a:lnTo>
                  <a:lnTo>
                    <a:pt x="2881826" y="2404744"/>
                  </a:lnTo>
                  <a:lnTo>
                    <a:pt x="2905787" y="2366027"/>
                  </a:lnTo>
                  <a:lnTo>
                    <a:pt x="2928641" y="2326571"/>
                  </a:lnTo>
                  <a:lnTo>
                    <a:pt x="2950369" y="2286397"/>
                  </a:lnTo>
                  <a:lnTo>
                    <a:pt x="2970946" y="2245529"/>
                  </a:lnTo>
                  <a:lnTo>
                    <a:pt x="2990353" y="2203987"/>
                  </a:lnTo>
                  <a:lnTo>
                    <a:pt x="3008568" y="2161793"/>
                  </a:lnTo>
                  <a:lnTo>
                    <a:pt x="3025568" y="2118968"/>
                  </a:lnTo>
                  <a:lnTo>
                    <a:pt x="3041332" y="2075535"/>
                  </a:lnTo>
                  <a:lnTo>
                    <a:pt x="3055839" y="2031515"/>
                  </a:lnTo>
                  <a:lnTo>
                    <a:pt x="3069067" y="1986928"/>
                  </a:lnTo>
                  <a:lnTo>
                    <a:pt x="3080995" y="1941798"/>
                  </a:lnTo>
                  <a:lnTo>
                    <a:pt x="3091600" y="1896146"/>
                  </a:lnTo>
                  <a:lnTo>
                    <a:pt x="3100861" y="1849993"/>
                  </a:lnTo>
                  <a:lnTo>
                    <a:pt x="3108757" y="1803360"/>
                  </a:lnTo>
                  <a:lnTo>
                    <a:pt x="3115265" y="1756271"/>
                  </a:lnTo>
                  <a:lnTo>
                    <a:pt x="3120365" y="1708745"/>
                  </a:lnTo>
                  <a:lnTo>
                    <a:pt x="3124035" y="1660805"/>
                  </a:lnTo>
                  <a:lnTo>
                    <a:pt x="3126252" y="1612473"/>
                  </a:lnTo>
                  <a:lnTo>
                    <a:pt x="3126996" y="1563769"/>
                  </a:lnTo>
                  <a:lnTo>
                    <a:pt x="3126252" y="1515066"/>
                  </a:lnTo>
                  <a:lnTo>
                    <a:pt x="3124035" y="1466733"/>
                  </a:lnTo>
                  <a:lnTo>
                    <a:pt x="3120365" y="1418794"/>
                  </a:lnTo>
                  <a:lnTo>
                    <a:pt x="3115265" y="1371268"/>
                  </a:lnTo>
                  <a:lnTo>
                    <a:pt x="3108757" y="1324178"/>
                  </a:lnTo>
                  <a:lnTo>
                    <a:pt x="3100861" y="1277546"/>
                  </a:lnTo>
                  <a:lnTo>
                    <a:pt x="3091600" y="1231393"/>
                  </a:lnTo>
                  <a:lnTo>
                    <a:pt x="3080995" y="1185740"/>
                  </a:lnTo>
                  <a:lnTo>
                    <a:pt x="3069067" y="1140610"/>
                  </a:lnTo>
                  <a:lnTo>
                    <a:pt x="3055839" y="1096024"/>
                  </a:lnTo>
                  <a:lnTo>
                    <a:pt x="3041332" y="1052004"/>
                  </a:lnTo>
                  <a:lnTo>
                    <a:pt x="3025568" y="1008570"/>
                  </a:lnTo>
                  <a:lnTo>
                    <a:pt x="3008568" y="965746"/>
                  </a:lnTo>
                  <a:lnTo>
                    <a:pt x="2990353" y="923552"/>
                  </a:lnTo>
                  <a:lnTo>
                    <a:pt x="2970946" y="882010"/>
                  </a:lnTo>
                  <a:lnTo>
                    <a:pt x="2950369" y="841141"/>
                  </a:lnTo>
                  <a:lnTo>
                    <a:pt x="2928641" y="800968"/>
                  </a:lnTo>
                  <a:lnTo>
                    <a:pt x="2905787" y="761512"/>
                  </a:lnTo>
                  <a:lnTo>
                    <a:pt x="2881826" y="722794"/>
                  </a:lnTo>
                  <a:lnTo>
                    <a:pt x="2856780" y="684837"/>
                  </a:lnTo>
                  <a:lnTo>
                    <a:pt x="2830672" y="647661"/>
                  </a:lnTo>
                  <a:lnTo>
                    <a:pt x="2803523" y="611289"/>
                  </a:lnTo>
                  <a:lnTo>
                    <a:pt x="2775354" y="575742"/>
                  </a:lnTo>
                  <a:lnTo>
                    <a:pt x="2746187" y="541041"/>
                  </a:lnTo>
                  <a:lnTo>
                    <a:pt x="2716044" y="507209"/>
                  </a:lnTo>
                  <a:lnTo>
                    <a:pt x="2684946" y="474266"/>
                  </a:lnTo>
                  <a:lnTo>
                    <a:pt x="2652915" y="442235"/>
                  </a:lnTo>
                  <a:lnTo>
                    <a:pt x="2619973" y="411137"/>
                  </a:lnTo>
                  <a:lnTo>
                    <a:pt x="2586140" y="380994"/>
                  </a:lnTo>
                  <a:lnTo>
                    <a:pt x="2551440" y="351827"/>
                  </a:lnTo>
                  <a:lnTo>
                    <a:pt x="2515892" y="323658"/>
                  </a:lnTo>
                  <a:lnTo>
                    <a:pt x="2479520" y="296509"/>
                  </a:lnTo>
                  <a:lnTo>
                    <a:pt x="2442344" y="270401"/>
                  </a:lnTo>
                  <a:lnTo>
                    <a:pt x="2404387" y="245355"/>
                  </a:lnTo>
                  <a:lnTo>
                    <a:pt x="2365669" y="221395"/>
                  </a:lnTo>
                  <a:lnTo>
                    <a:pt x="2326213" y="198540"/>
                  </a:lnTo>
                  <a:lnTo>
                    <a:pt x="2286040" y="176813"/>
                  </a:lnTo>
                  <a:lnTo>
                    <a:pt x="2245172" y="156235"/>
                  </a:lnTo>
                  <a:lnTo>
                    <a:pt x="2203630" y="136828"/>
                  </a:lnTo>
                  <a:lnTo>
                    <a:pt x="2161436" y="118614"/>
                  </a:lnTo>
                  <a:lnTo>
                    <a:pt x="2118611" y="101613"/>
                  </a:lnTo>
                  <a:lnTo>
                    <a:pt x="2075178" y="85849"/>
                  </a:lnTo>
                  <a:lnTo>
                    <a:pt x="2031157" y="71342"/>
                  </a:lnTo>
                  <a:lnTo>
                    <a:pt x="1986571" y="58114"/>
                  </a:lnTo>
                  <a:lnTo>
                    <a:pt x="1941441" y="46187"/>
                  </a:lnTo>
                  <a:lnTo>
                    <a:pt x="1895788" y="35582"/>
                  </a:lnTo>
                  <a:lnTo>
                    <a:pt x="1849635" y="26320"/>
                  </a:lnTo>
                  <a:lnTo>
                    <a:pt x="1803003" y="18425"/>
                  </a:lnTo>
                  <a:lnTo>
                    <a:pt x="1755913" y="11916"/>
                  </a:lnTo>
                  <a:lnTo>
                    <a:pt x="1708388" y="6816"/>
                  </a:lnTo>
                  <a:lnTo>
                    <a:pt x="1660448" y="3146"/>
                  </a:lnTo>
                  <a:lnTo>
                    <a:pt x="1612115" y="929"/>
                  </a:lnTo>
                  <a:lnTo>
                    <a:pt x="1563412" y="185"/>
                  </a:lnTo>
                  <a:close/>
                </a:path>
              </a:pathLst>
            </a:custGeom>
            <a:ln w="5714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911264" y="1397853"/>
            <a:ext cx="1087247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7147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Intelligently</a:t>
            </a:r>
            <a:r>
              <a:rPr dirty="0" sz="24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Calibri"/>
                <a:cs typeface="Calibri"/>
              </a:rPr>
              <a:t>analyzes</a:t>
            </a:r>
            <a:r>
              <a:rPr dirty="0" sz="24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enterprise</a:t>
            </a:r>
            <a:r>
              <a:rPr dirty="0" sz="24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dirty="0" sz="24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Calibri"/>
                <a:cs typeface="Calibri"/>
              </a:rPr>
              <a:t>source</a:t>
            </a:r>
            <a:r>
              <a:rPr dirty="0" sz="24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24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understand</a:t>
            </a:r>
            <a:r>
              <a:rPr dirty="0" sz="24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software </a:t>
            </a:r>
            <a:r>
              <a:rPr dirty="0" sz="2400" spc="45">
                <a:solidFill>
                  <a:srgbClr val="FFFFFF"/>
                </a:solidFill>
                <a:latin typeface="Calibri"/>
                <a:cs typeface="Calibri"/>
              </a:rPr>
              <a:t>architecture,</a:t>
            </a:r>
            <a:r>
              <a:rPr dirty="0" sz="2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component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interactions,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Calibri"/>
                <a:cs typeface="Calibri"/>
              </a:rPr>
              <a:t>dependencies.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spc="100">
                <a:solidFill>
                  <a:srgbClr val="FFFFFF"/>
                </a:solidFill>
                <a:latin typeface="Calibri"/>
                <a:cs typeface="Calibri"/>
              </a:rPr>
              <a:t>Enables</a:t>
            </a:r>
            <a:r>
              <a:rPr dirty="0" sz="24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20">
                <a:solidFill>
                  <a:srgbClr val="FFFFFF"/>
                </a:solidFill>
                <a:latin typeface="Calibri"/>
                <a:cs typeface="Calibri"/>
              </a:rPr>
              <a:t>modernization,</a:t>
            </a:r>
            <a:r>
              <a:rPr dirty="0" sz="24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Calibri"/>
                <a:cs typeface="Calibri"/>
              </a:rPr>
              <a:t>optimization,</a:t>
            </a:r>
            <a:r>
              <a:rPr dirty="0" sz="24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10">
                <a:solidFill>
                  <a:srgbClr val="FFFFFF"/>
                </a:solidFill>
                <a:latin typeface="Calibri"/>
                <a:cs typeface="Calibri"/>
              </a:rPr>
              <a:t>compliance</a:t>
            </a:r>
            <a:r>
              <a:rPr dirty="0" sz="24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2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dirty="0" sz="2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automated</a:t>
            </a:r>
            <a:r>
              <a:rPr dirty="0" sz="24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Calibri"/>
                <a:cs typeface="Calibri"/>
              </a:rPr>
              <a:t>insights.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53581" y="5060821"/>
            <a:ext cx="2883535" cy="772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900" spc="28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4900" spc="-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900" spc="245">
                <a:solidFill>
                  <a:srgbClr val="FFFFFF"/>
                </a:solidFill>
                <a:latin typeface="Calibri"/>
                <a:cs typeface="Calibri"/>
              </a:rPr>
              <a:t>Lens</a:t>
            </a:r>
            <a:endParaRPr sz="4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16756" y="3226683"/>
            <a:ext cx="1435100" cy="4229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spc="55" b="1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6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100" b="1">
                <a:solidFill>
                  <a:srgbClr val="FFFFFF"/>
                </a:solidFill>
                <a:latin typeface="Calibri"/>
                <a:cs typeface="Calibri"/>
              </a:rPr>
              <a:t>Agents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72494" y="3660057"/>
            <a:ext cx="6356985" cy="4539615"/>
          </a:xfrm>
          <a:custGeom>
            <a:avLst/>
            <a:gdLst/>
            <a:ahLst/>
            <a:cxnLst/>
            <a:rect l="l" t="t" r="r" b="b"/>
            <a:pathLst>
              <a:path w="6356984" h="4539615">
                <a:moveTo>
                  <a:pt x="2177110" y="2999028"/>
                </a:moveTo>
                <a:lnTo>
                  <a:pt x="2166188" y="2983534"/>
                </a:lnTo>
                <a:lnTo>
                  <a:pt x="27025" y="4499610"/>
                </a:lnTo>
                <a:lnTo>
                  <a:pt x="36830" y="4458728"/>
                </a:lnTo>
                <a:lnTo>
                  <a:pt x="38100" y="4453521"/>
                </a:lnTo>
                <a:lnTo>
                  <a:pt x="34925" y="4448441"/>
                </a:lnTo>
                <a:lnTo>
                  <a:pt x="29718" y="4447171"/>
                </a:lnTo>
                <a:lnTo>
                  <a:pt x="24638" y="4446028"/>
                </a:lnTo>
                <a:lnTo>
                  <a:pt x="19558" y="4449076"/>
                </a:lnTo>
                <a:lnTo>
                  <a:pt x="18288" y="4454283"/>
                </a:lnTo>
                <a:lnTo>
                  <a:pt x="127" y="4529975"/>
                </a:lnTo>
                <a:lnTo>
                  <a:pt x="0" y="4530483"/>
                </a:lnTo>
                <a:lnTo>
                  <a:pt x="83185" y="4538992"/>
                </a:lnTo>
                <a:lnTo>
                  <a:pt x="87884" y="4535182"/>
                </a:lnTo>
                <a:lnTo>
                  <a:pt x="88341" y="4530483"/>
                </a:lnTo>
                <a:lnTo>
                  <a:pt x="88392" y="4529975"/>
                </a:lnTo>
                <a:lnTo>
                  <a:pt x="89027" y="4524768"/>
                </a:lnTo>
                <a:lnTo>
                  <a:pt x="85217" y="4520069"/>
                </a:lnTo>
                <a:lnTo>
                  <a:pt x="37947" y="4515193"/>
                </a:lnTo>
                <a:lnTo>
                  <a:pt x="2177110" y="2999028"/>
                </a:lnTo>
                <a:close/>
              </a:path>
              <a:path w="6356984" h="4539615">
                <a:moveTo>
                  <a:pt x="6356451" y="3675532"/>
                </a:moveTo>
                <a:lnTo>
                  <a:pt x="6323431" y="3604425"/>
                </a:lnTo>
                <a:lnTo>
                  <a:pt x="6321387" y="3599853"/>
                </a:lnTo>
                <a:lnTo>
                  <a:pt x="6321272" y="3599599"/>
                </a:lnTo>
                <a:lnTo>
                  <a:pt x="6315557" y="3597567"/>
                </a:lnTo>
                <a:lnTo>
                  <a:pt x="6310731" y="3599853"/>
                </a:lnTo>
                <a:lnTo>
                  <a:pt x="6306032" y="3602012"/>
                </a:lnTo>
                <a:lnTo>
                  <a:pt x="6304000" y="3607727"/>
                </a:lnTo>
                <a:lnTo>
                  <a:pt x="6306159" y="3612426"/>
                </a:lnTo>
                <a:lnTo>
                  <a:pt x="6323939" y="3650678"/>
                </a:lnTo>
                <a:lnTo>
                  <a:pt x="4577219" y="2875838"/>
                </a:lnTo>
                <a:lnTo>
                  <a:pt x="4569599" y="2893364"/>
                </a:lnTo>
                <a:lnTo>
                  <a:pt x="6316218" y="3668090"/>
                </a:lnTo>
                <a:lnTo>
                  <a:pt x="6275933" y="3680612"/>
                </a:lnTo>
                <a:lnTo>
                  <a:pt x="6270853" y="3682136"/>
                </a:lnTo>
                <a:lnTo>
                  <a:pt x="6268059" y="3687470"/>
                </a:lnTo>
                <a:lnTo>
                  <a:pt x="6269710" y="3692550"/>
                </a:lnTo>
                <a:lnTo>
                  <a:pt x="6271234" y="3697503"/>
                </a:lnTo>
                <a:lnTo>
                  <a:pt x="6276568" y="3700297"/>
                </a:lnTo>
                <a:lnTo>
                  <a:pt x="6347434" y="3678326"/>
                </a:lnTo>
                <a:lnTo>
                  <a:pt x="6356451" y="3675532"/>
                </a:lnTo>
                <a:close/>
              </a:path>
              <a:path w="6356984" h="4539615">
                <a:moveTo>
                  <a:pt x="6356451" y="11938"/>
                </a:moveTo>
                <a:lnTo>
                  <a:pt x="6349466" y="10934"/>
                </a:lnTo>
                <a:lnTo>
                  <a:pt x="6349466" y="27813"/>
                </a:lnTo>
                <a:lnTo>
                  <a:pt x="6342685" y="17272"/>
                </a:lnTo>
                <a:lnTo>
                  <a:pt x="6349352" y="27635"/>
                </a:lnTo>
                <a:lnTo>
                  <a:pt x="6349466" y="27813"/>
                </a:lnTo>
                <a:lnTo>
                  <a:pt x="6349466" y="10934"/>
                </a:lnTo>
                <a:lnTo>
                  <a:pt x="6273647" y="0"/>
                </a:lnTo>
                <a:lnTo>
                  <a:pt x="6268821" y="3556"/>
                </a:lnTo>
                <a:lnTo>
                  <a:pt x="6267297" y="13970"/>
                </a:lnTo>
                <a:lnTo>
                  <a:pt x="6270980" y="18796"/>
                </a:lnTo>
                <a:lnTo>
                  <a:pt x="6317932" y="25577"/>
                </a:lnTo>
                <a:lnTo>
                  <a:pt x="4661166" y="1099667"/>
                </a:lnTo>
                <a:lnTo>
                  <a:pt x="4671580" y="1115656"/>
                </a:lnTo>
                <a:lnTo>
                  <a:pt x="6328207" y="41592"/>
                </a:lnTo>
                <a:lnTo>
                  <a:pt x="6316700" y="82169"/>
                </a:lnTo>
                <a:lnTo>
                  <a:pt x="6315367" y="87376"/>
                </a:lnTo>
                <a:lnTo>
                  <a:pt x="6318224" y="92456"/>
                </a:lnTo>
                <a:lnTo>
                  <a:pt x="6323304" y="93853"/>
                </a:lnTo>
                <a:lnTo>
                  <a:pt x="6328257" y="95377"/>
                </a:lnTo>
                <a:lnTo>
                  <a:pt x="6333591" y="92456"/>
                </a:lnTo>
                <a:lnTo>
                  <a:pt x="6334988" y="87376"/>
                </a:lnTo>
                <a:lnTo>
                  <a:pt x="6356451" y="1193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467393" y="7943598"/>
            <a:ext cx="3075305" cy="2768600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2650" spc="110" b="1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650" spc="-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50" spc="80" b="1">
                <a:solidFill>
                  <a:srgbClr val="FFFFFF"/>
                </a:solidFill>
                <a:latin typeface="Calibri"/>
                <a:cs typeface="Calibri"/>
              </a:rPr>
              <a:t>Imaging</a:t>
            </a:r>
            <a:endParaRPr sz="2650">
              <a:latin typeface="Calibri"/>
              <a:cs typeface="Calibri"/>
            </a:endParaRPr>
          </a:p>
          <a:p>
            <a:pPr marL="211454" indent="-168275">
              <a:lnSpc>
                <a:spcPct val="100000"/>
              </a:lnSpc>
              <a:spcBef>
                <a:spcPts val="1490"/>
              </a:spcBef>
              <a:buFont typeface="Arial"/>
              <a:buChar char="•"/>
              <a:tabLst>
                <a:tab pos="211454" algn="l"/>
              </a:tabLst>
            </a:pPr>
            <a:r>
              <a:rPr dirty="0" sz="2300">
                <a:solidFill>
                  <a:srgbClr val="5CE0E6"/>
                </a:solidFill>
                <a:latin typeface="Calibri"/>
                <a:cs typeface="Calibri"/>
              </a:rPr>
              <a:t>Function</a:t>
            </a:r>
            <a:r>
              <a:rPr dirty="0" sz="2300" spc="-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125">
                <a:solidFill>
                  <a:srgbClr val="5CE0E6"/>
                </a:solidFill>
                <a:latin typeface="Calibri"/>
                <a:cs typeface="Calibri"/>
              </a:rPr>
              <a:t>Call</a:t>
            </a:r>
            <a:r>
              <a:rPr dirty="0" sz="2300" spc="-1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50">
                <a:solidFill>
                  <a:srgbClr val="5CE0E6"/>
                </a:solidFill>
                <a:latin typeface="Calibri"/>
                <a:cs typeface="Calibri"/>
              </a:rPr>
              <a:t>and</a:t>
            </a:r>
            <a:r>
              <a:rPr dirty="0" sz="2300" spc="-1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-20">
                <a:solidFill>
                  <a:srgbClr val="5CE0E6"/>
                </a:solidFill>
                <a:latin typeface="Calibri"/>
                <a:cs typeface="Calibri"/>
              </a:rPr>
              <a:t>Level</a:t>
            </a:r>
            <a:endParaRPr sz="2300">
              <a:latin typeface="Calibri"/>
              <a:cs typeface="Calibri"/>
            </a:endParaRPr>
          </a:p>
          <a:p>
            <a:pPr marL="211454" indent="-168275">
              <a:lnSpc>
                <a:spcPct val="100000"/>
              </a:lnSpc>
              <a:spcBef>
                <a:spcPts val="1395"/>
              </a:spcBef>
              <a:buFont typeface="Arial"/>
              <a:buChar char="•"/>
              <a:tabLst>
                <a:tab pos="211454" algn="l"/>
              </a:tabLst>
            </a:pPr>
            <a:r>
              <a:rPr dirty="0" sz="2300" spc="75">
                <a:solidFill>
                  <a:srgbClr val="5CE0E6"/>
                </a:solidFill>
                <a:latin typeface="Calibri"/>
                <a:cs typeface="Calibri"/>
              </a:rPr>
              <a:t>Dependency</a:t>
            </a:r>
            <a:r>
              <a:rPr dirty="0" sz="2300" spc="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45">
                <a:solidFill>
                  <a:srgbClr val="5CE0E6"/>
                </a:solidFill>
                <a:latin typeface="Calibri"/>
                <a:cs typeface="Calibri"/>
              </a:rPr>
              <a:t>Graph</a:t>
            </a:r>
            <a:endParaRPr sz="2300">
              <a:latin typeface="Calibri"/>
              <a:cs typeface="Calibri"/>
            </a:endParaRPr>
          </a:p>
          <a:p>
            <a:pPr marL="211454" indent="-16827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211454" algn="l"/>
              </a:tabLst>
            </a:pPr>
            <a:r>
              <a:rPr dirty="0" sz="2300" spc="80">
                <a:solidFill>
                  <a:srgbClr val="5CE0E6"/>
                </a:solidFill>
                <a:latin typeface="Calibri"/>
                <a:cs typeface="Calibri"/>
              </a:rPr>
              <a:t>Data</a:t>
            </a:r>
            <a:r>
              <a:rPr dirty="0" sz="2300" spc="-2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65">
                <a:solidFill>
                  <a:srgbClr val="5CE0E6"/>
                </a:solidFill>
                <a:latin typeface="Calibri"/>
                <a:cs typeface="Calibri"/>
              </a:rPr>
              <a:t>Field</a:t>
            </a:r>
            <a:r>
              <a:rPr dirty="0" sz="2300" spc="-3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55">
                <a:solidFill>
                  <a:srgbClr val="5CE0E6"/>
                </a:solidFill>
                <a:latin typeface="Calibri"/>
                <a:cs typeface="Calibri"/>
              </a:rPr>
              <a:t>Flow</a:t>
            </a:r>
            <a:r>
              <a:rPr dirty="0" sz="2300" spc="-4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45">
                <a:solidFill>
                  <a:srgbClr val="5CE0E6"/>
                </a:solidFill>
                <a:latin typeface="Calibri"/>
                <a:cs typeface="Calibri"/>
              </a:rPr>
              <a:t>Graph</a:t>
            </a:r>
            <a:endParaRPr sz="2300">
              <a:latin typeface="Calibri"/>
              <a:cs typeface="Calibri"/>
            </a:endParaRPr>
          </a:p>
          <a:p>
            <a:pPr marL="211454" indent="-168275">
              <a:lnSpc>
                <a:spcPct val="100000"/>
              </a:lnSpc>
              <a:spcBef>
                <a:spcPts val="1390"/>
              </a:spcBef>
              <a:buFont typeface="Arial"/>
              <a:buChar char="•"/>
              <a:tabLst>
                <a:tab pos="211454" algn="l"/>
              </a:tabLst>
            </a:pPr>
            <a:r>
              <a:rPr dirty="0" sz="2300" spc="85">
                <a:solidFill>
                  <a:srgbClr val="5CE0E6"/>
                </a:solidFill>
                <a:latin typeface="Calibri"/>
                <a:cs typeface="Calibri"/>
              </a:rPr>
              <a:t>Impact</a:t>
            </a:r>
            <a:r>
              <a:rPr dirty="0" sz="2300" spc="-3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90">
                <a:solidFill>
                  <a:srgbClr val="5CE0E6"/>
                </a:solidFill>
                <a:latin typeface="Calibri"/>
                <a:cs typeface="Calibri"/>
              </a:rPr>
              <a:t>Analysis</a:t>
            </a:r>
            <a:r>
              <a:rPr dirty="0" sz="2300" spc="-2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45">
                <a:solidFill>
                  <a:srgbClr val="5CE0E6"/>
                </a:solidFill>
                <a:latin typeface="Calibri"/>
                <a:cs typeface="Calibri"/>
              </a:rPr>
              <a:t>Graph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584392" y="7002759"/>
            <a:ext cx="5434965" cy="3707765"/>
          </a:xfrm>
          <a:prstGeom prst="rect">
            <a:avLst/>
          </a:prstGeom>
        </p:spPr>
        <p:txBody>
          <a:bodyPr wrap="square" lIns="0" tIns="16891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1330"/>
              </a:spcBef>
            </a:pPr>
            <a:r>
              <a:rPr dirty="0" sz="2600" spc="90" b="1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dirty="0" sz="26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600" spc="80" b="1">
                <a:solidFill>
                  <a:srgbClr val="FFFFFF"/>
                </a:solidFill>
                <a:latin typeface="Calibri"/>
                <a:cs typeface="Calibri"/>
              </a:rPr>
              <a:t>Measure</a:t>
            </a:r>
            <a:endParaRPr sz="2600">
              <a:latin typeface="Calibri"/>
              <a:cs typeface="Calibri"/>
            </a:endParaRPr>
          </a:p>
          <a:p>
            <a:pPr marL="180340" marR="1303020" indent="-168275">
              <a:lnSpc>
                <a:spcPts val="4150"/>
              </a:lnSpc>
              <a:spcBef>
                <a:spcPts val="75"/>
              </a:spcBef>
              <a:buFont typeface="Arial"/>
              <a:buChar char="•"/>
              <a:tabLst>
                <a:tab pos="181610" algn="l"/>
              </a:tabLst>
            </a:pPr>
            <a:r>
              <a:rPr dirty="0" sz="2300">
                <a:solidFill>
                  <a:srgbClr val="5CE0E6"/>
                </a:solidFill>
                <a:latin typeface="Calibri"/>
                <a:cs typeface="Calibri"/>
              </a:rPr>
              <a:t>Automated</a:t>
            </a:r>
            <a:r>
              <a:rPr dirty="0" sz="2300" spc="-5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60">
                <a:solidFill>
                  <a:srgbClr val="5CE0E6"/>
                </a:solidFill>
                <a:latin typeface="Calibri"/>
                <a:cs typeface="Calibri"/>
              </a:rPr>
              <a:t>Source</a:t>
            </a:r>
            <a:r>
              <a:rPr dirty="0" sz="2300" spc="-6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105">
                <a:solidFill>
                  <a:srgbClr val="5CE0E6"/>
                </a:solidFill>
                <a:latin typeface="Calibri"/>
                <a:cs typeface="Calibri"/>
              </a:rPr>
              <a:t>Code</a:t>
            </a:r>
            <a:r>
              <a:rPr dirty="0" sz="2300" spc="-7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5CE0E6"/>
                </a:solidFill>
                <a:latin typeface="Calibri"/>
                <a:cs typeface="Calibri"/>
              </a:rPr>
              <a:t>Quality 	Measurement</a:t>
            </a:r>
            <a:endParaRPr sz="2300">
              <a:latin typeface="Calibri"/>
              <a:cs typeface="Calibri"/>
            </a:endParaRPr>
          </a:p>
          <a:p>
            <a:pPr marL="180975" indent="-168275">
              <a:lnSpc>
                <a:spcPct val="100000"/>
              </a:lnSpc>
              <a:spcBef>
                <a:spcPts val="1035"/>
              </a:spcBef>
              <a:buFont typeface="Arial"/>
              <a:buChar char="•"/>
              <a:tabLst>
                <a:tab pos="180975" algn="l"/>
              </a:tabLst>
            </a:pPr>
            <a:r>
              <a:rPr dirty="0" sz="2300" spc="80">
                <a:solidFill>
                  <a:srgbClr val="5CE0E6"/>
                </a:solidFill>
                <a:latin typeface="Calibri"/>
                <a:cs typeface="Calibri"/>
              </a:rPr>
              <a:t>ISO/IEC</a:t>
            </a:r>
            <a:r>
              <a:rPr dirty="0" sz="2300" spc="5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CE0E6"/>
                </a:solidFill>
                <a:latin typeface="Calibri"/>
                <a:cs typeface="Calibri"/>
              </a:rPr>
              <a:t>5055:2021</a:t>
            </a:r>
            <a:r>
              <a:rPr dirty="0" sz="2300" spc="5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CE0E6"/>
                </a:solidFill>
                <a:latin typeface="Calibri"/>
                <a:cs typeface="Calibri"/>
              </a:rPr>
              <a:t>(measurement</a:t>
            </a:r>
            <a:r>
              <a:rPr dirty="0" sz="2300" spc="10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-50">
                <a:solidFill>
                  <a:srgbClr val="5CE0E6"/>
                </a:solidFill>
                <a:latin typeface="Calibri"/>
                <a:cs typeface="Calibri"/>
              </a:rPr>
              <a:t>)</a:t>
            </a:r>
            <a:endParaRPr sz="2300">
              <a:latin typeface="Calibri"/>
              <a:cs typeface="Calibri"/>
            </a:endParaRPr>
          </a:p>
          <a:p>
            <a:pPr marL="180975" indent="-168275">
              <a:lnSpc>
                <a:spcPct val="100000"/>
              </a:lnSpc>
              <a:spcBef>
                <a:spcPts val="1395"/>
              </a:spcBef>
              <a:buFont typeface="Arial"/>
              <a:buChar char="•"/>
              <a:tabLst>
                <a:tab pos="180975" algn="l"/>
              </a:tabLst>
            </a:pPr>
            <a:r>
              <a:rPr dirty="0" sz="2300" spc="80">
                <a:solidFill>
                  <a:srgbClr val="5CE0E6"/>
                </a:solidFill>
                <a:latin typeface="Calibri"/>
                <a:cs typeface="Calibri"/>
              </a:rPr>
              <a:t>ISO/IEC</a:t>
            </a:r>
            <a:r>
              <a:rPr dirty="0" sz="2300" spc="-6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CE0E6"/>
                </a:solidFill>
                <a:latin typeface="Calibri"/>
                <a:cs typeface="Calibri"/>
              </a:rPr>
              <a:t>25010</a:t>
            </a:r>
            <a:r>
              <a:rPr dirty="0" sz="2300" spc="-5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CE0E6"/>
                </a:solidFill>
                <a:latin typeface="Calibri"/>
                <a:cs typeface="Calibri"/>
              </a:rPr>
              <a:t>(quality</a:t>
            </a:r>
            <a:r>
              <a:rPr dirty="0" sz="2300" spc="-4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-50">
                <a:solidFill>
                  <a:srgbClr val="5CE0E6"/>
                </a:solidFill>
                <a:latin typeface="Calibri"/>
                <a:cs typeface="Calibri"/>
              </a:rPr>
              <a:t>)</a:t>
            </a:r>
            <a:endParaRPr sz="2300">
              <a:latin typeface="Calibri"/>
              <a:cs typeface="Calibri"/>
            </a:endParaRPr>
          </a:p>
          <a:p>
            <a:pPr marL="180975" indent="-168275">
              <a:lnSpc>
                <a:spcPct val="100000"/>
              </a:lnSpc>
              <a:spcBef>
                <a:spcPts val="1390"/>
              </a:spcBef>
              <a:buFont typeface="Arial"/>
              <a:buChar char="•"/>
              <a:tabLst>
                <a:tab pos="180975" algn="l"/>
              </a:tabLst>
            </a:pPr>
            <a:r>
              <a:rPr dirty="0" sz="2300" spc="145">
                <a:solidFill>
                  <a:srgbClr val="5CE0E6"/>
                </a:solidFill>
                <a:latin typeface="Calibri"/>
                <a:cs typeface="Calibri"/>
              </a:rPr>
              <a:t>CWE</a:t>
            </a:r>
            <a:r>
              <a:rPr dirty="0" sz="2300" spc="-8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65">
                <a:solidFill>
                  <a:srgbClr val="5CE0E6"/>
                </a:solidFill>
                <a:latin typeface="Calibri"/>
                <a:cs typeface="Calibri"/>
              </a:rPr>
              <a:t>(Common</a:t>
            </a:r>
            <a:r>
              <a:rPr dirty="0" sz="2300" spc="-7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50">
                <a:solidFill>
                  <a:srgbClr val="5CE0E6"/>
                </a:solidFill>
                <a:latin typeface="Calibri"/>
                <a:cs typeface="Calibri"/>
              </a:rPr>
              <a:t>Weakness</a:t>
            </a:r>
            <a:r>
              <a:rPr dirty="0" sz="2300" spc="-8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solidFill>
                  <a:srgbClr val="5CE0E6"/>
                </a:solidFill>
                <a:latin typeface="Calibri"/>
                <a:cs typeface="Calibri"/>
              </a:rPr>
              <a:t>Enumeration)</a:t>
            </a:r>
            <a:endParaRPr sz="2300">
              <a:latin typeface="Calibri"/>
              <a:cs typeface="Calibri"/>
            </a:endParaRPr>
          </a:p>
          <a:p>
            <a:pPr marL="180975" indent="-16827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180975" algn="l"/>
              </a:tabLst>
            </a:pPr>
            <a:r>
              <a:rPr dirty="0" sz="2300" spc="175">
                <a:solidFill>
                  <a:srgbClr val="5CE0E6"/>
                </a:solidFill>
                <a:latin typeface="Calibri"/>
                <a:cs typeface="Calibri"/>
              </a:rPr>
              <a:t>CWE</a:t>
            </a:r>
            <a:r>
              <a:rPr dirty="0" sz="2300" spc="5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60">
                <a:solidFill>
                  <a:srgbClr val="5CE0E6"/>
                </a:solidFill>
                <a:latin typeface="Calibri"/>
                <a:cs typeface="Calibri"/>
              </a:rPr>
              <a:t>Security</a:t>
            </a:r>
            <a:r>
              <a:rPr dirty="0" sz="2300" spc="7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CE0E6"/>
                </a:solidFill>
                <a:latin typeface="Calibri"/>
                <a:cs typeface="Calibri"/>
              </a:rPr>
              <a:t>Vulnerability</a:t>
            </a:r>
            <a:r>
              <a:rPr dirty="0" sz="2300" spc="90">
                <a:solidFill>
                  <a:srgbClr val="5CE0E6"/>
                </a:solidFill>
                <a:latin typeface="Calibri"/>
                <a:cs typeface="Calibri"/>
              </a:rPr>
              <a:t> Scanner</a:t>
            </a:r>
            <a:r>
              <a:rPr dirty="0" sz="2300" spc="5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90">
                <a:solidFill>
                  <a:srgbClr val="5CE0E6"/>
                </a:solidFill>
                <a:latin typeface="Calibri"/>
                <a:cs typeface="Calibri"/>
              </a:rPr>
              <a:t>Rules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73704" y="3869185"/>
            <a:ext cx="6415405" cy="2136775"/>
          </a:xfrm>
          <a:prstGeom prst="rect">
            <a:avLst/>
          </a:prstGeom>
        </p:spPr>
        <p:txBody>
          <a:bodyPr wrap="square" lIns="0" tIns="189230" rIns="0" bIns="0" rtlCol="0" vert="horz">
            <a:spAutoFit/>
          </a:bodyPr>
          <a:lstStyle/>
          <a:p>
            <a:pPr marL="180975" indent="-168275">
              <a:lnSpc>
                <a:spcPct val="100000"/>
              </a:lnSpc>
              <a:spcBef>
                <a:spcPts val="1490"/>
              </a:spcBef>
              <a:buFont typeface="Arial"/>
              <a:buChar char="•"/>
              <a:tabLst>
                <a:tab pos="180975" algn="l"/>
              </a:tabLst>
            </a:pPr>
            <a:r>
              <a:rPr dirty="0" sz="2300" spc="45">
                <a:solidFill>
                  <a:srgbClr val="5CE0E6"/>
                </a:solidFill>
                <a:latin typeface="Calibri"/>
                <a:cs typeface="Calibri"/>
              </a:rPr>
              <a:t>Extract</a:t>
            </a:r>
            <a:r>
              <a:rPr dirty="0" sz="2300" spc="9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10">
                <a:solidFill>
                  <a:srgbClr val="5CE0E6"/>
                </a:solidFill>
                <a:latin typeface="Calibri"/>
                <a:cs typeface="Calibri"/>
              </a:rPr>
              <a:t>architecture,</a:t>
            </a:r>
            <a:r>
              <a:rPr dirty="0" sz="2300" spc="13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80">
                <a:solidFill>
                  <a:srgbClr val="5CE0E6"/>
                </a:solidFill>
                <a:latin typeface="Calibri"/>
                <a:cs typeface="Calibri"/>
              </a:rPr>
              <a:t>dependencies,</a:t>
            </a:r>
            <a:r>
              <a:rPr dirty="0" sz="2300" spc="9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80">
                <a:solidFill>
                  <a:srgbClr val="5CE0E6"/>
                </a:solidFill>
                <a:latin typeface="Calibri"/>
                <a:cs typeface="Calibri"/>
              </a:rPr>
              <a:t>and</a:t>
            </a:r>
            <a:r>
              <a:rPr dirty="0" sz="2300" spc="9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75">
                <a:solidFill>
                  <a:srgbClr val="5CE0E6"/>
                </a:solidFill>
                <a:latin typeface="Calibri"/>
                <a:cs typeface="Calibri"/>
              </a:rPr>
              <a:t>APIs.</a:t>
            </a:r>
            <a:endParaRPr sz="2300">
              <a:latin typeface="Calibri"/>
              <a:cs typeface="Calibri"/>
            </a:endParaRPr>
          </a:p>
          <a:p>
            <a:pPr marL="180975" indent="-168275">
              <a:lnSpc>
                <a:spcPct val="100000"/>
              </a:lnSpc>
              <a:spcBef>
                <a:spcPts val="1390"/>
              </a:spcBef>
              <a:buFont typeface="Arial"/>
              <a:buChar char="•"/>
              <a:tabLst>
                <a:tab pos="180975" algn="l"/>
              </a:tabLst>
            </a:pPr>
            <a:r>
              <a:rPr dirty="0" sz="2300" spc="155">
                <a:solidFill>
                  <a:srgbClr val="5CE0E6"/>
                </a:solidFill>
                <a:latin typeface="Calibri"/>
                <a:cs typeface="Calibri"/>
              </a:rPr>
              <a:t>Scan</a:t>
            </a:r>
            <a:r>
              <a:rPr dirty="0" sz="2300" spc="-2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5CE0E6"/>
                </a:solidFill>
                <a:latin typeface="Calibri"/>
                <a:cs typeface="Calibri"/>
              </a:rPr>
              <a:t>entire</a:t>
            </a:r>
            <a:r>
              <a:rPr dirty="0" sz="2300" spc="-1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100">
                <a:solidFill>
                  <a:srgbClr val="5CE0E6"/>
                </a:solidFill>
                <a:latin typeface="Calibri"/>
                <a:cs typeface="Calibri"/>
              </a:rPr>
              <a:t>codebase</a:t>
            </a:r>
            <a:r>
              <a:rPr dirty="0" sz="2300">
                <a:solidFill>
                  <a:srgbClr val="5CE0E6"/>
                </a:solidFill>
                <a:latin typeface="Calibri"/>
                <a:cs typeface="Calibri"/>
              </a:rPr>
              <a:t> for</a:t>
            </a:r>
            <a:r>
              <a:rPr dirty="0" sz="2300" spc="-2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55">
                <a:solidFill>
                  <a:srgbClr val="5CE0E6"/>
                </a:solidFill>
                <a:latin typeface="Calibri"/>
                <a:cs typeface="Calibri"/>
              </a:rPr>
              <a:t>demographic/PPI</a:t>
            </a:r>
            <a:r>
              <a:rPr dirty="0" sz="2300" spc="3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60">
                <a:solidFill>
                  <a:srgbClr val="5CE0E6"/>
                </a:solidFill>
                <a:latin typeface="Calibri"/>
                <a:cs typeface="Calibri"/>
              </a:rPr>
              <a:t>fields.</a:t>
            </a:r>
            <a:endParaRPr sz="2300">
              <a:latin typeface="Calibri"/>
              <a:cs typeface="Calibri"/>
            </a:endParaRPr>
          </a:p>
          <a:p>
            <a:pPr marL="180975" indent="-168275">
              <a:lnSpc>
                <a:spcPct val="100000"/>
              </a:lnSpc>
              <a:spcBef>
                <a:spcPts val="1405"/>
              </a:spcBef>
              <a:buFont typeface="Arial"/>
              <a:buChar char="•"/>
              <a:tabLst>
                <a:tab pos="180975" algn="l"/>
              </a:tabLst>
            </a:pPr>
            <a:r>
              <a:rPr dirty="0" sz="2300" spc="120">
                <a:solidFill>
                  <a:srgbClr val="5CE0E6"/>
                </a:solidFill>
                <a:latin typeface="Calibri"/>
                <a:cs typeface="Calibri"/>
              </a:rPr>
              <a:t>85%</a:t>
            </a:r>
            <a:r>
              <a:rPr dirty="0" sz="2300" spc="5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65">
                <a:solidFill>
                  <a:srgbClr val="5CE0E6"/>
                </a:solidFill>
                <a:latin typeface="Calibri"/>
                <a:cs typeface="Calibri"/>
              </a:rPr>
              <a:t>Faster </a:t>
            </a:r>
            <a:r>
              <a:rPr dirty="0" sz="2300">
                <a:solidFill>
                  <a:srgbClr val="5CE0E6"/>
                </a:solidFill>
                <a:latin typeface="Calibri"/>
                <a:cs typeface="Calibri"/>
              </a:rPr>
              <a:t>Modernization</a:t>
            </a:r>
            <a:r>
              <a:rPr dirty="0" sz="2300" spc="10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80">
                <a:solidFill>
                  <a:srgbClr val="5CE0E6"/>
                </a:solidFill>
                <a:latin typeface="Calibri"/>
                <a:cs typeface="Calibri"/>
              </a:rPr>
              <a:t>Analysis</a:t>
            </a:r>
            <a:endParaRPr sz="2300">
              <a:latin typeface="Calibri"/>
              <a:cs typeface="Calibri"/>
            </a:endParaRPr>
          </a:p>
          <a:p>
            <a:pPr marL="180975" indent="-168275">
              <a:lnSpc>
                <a:spcPct val="100000"/>
              </a:lnSpc>
              <a:spcBef>
                <a:spcPts val="1390"/>
              </a:spcBef>
              <a:buFont typeface="Arial"/>
              <a:buChar char="•"/>
              <a:tabLst>
                <a:tab pos="180975" algn="l"/>
              </a:tabLst>
            </a:pPr>
            <a:r>
              <a:rPr dirty="0" sz="2300" spc="105">
                <a:solidFill>
                  <a:srgbClr val="5CE0E6"/>
                </a:solidFill>
                <a:latin typeface="Calibri"/>
                <a:cs typeface="Calibri"/>
              </a:rPr>
              <a:t>100%</a:t>
            </a:r>
            <a:r>
              <a:rPr dirty="0" sz="2300" spc="-3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45">
                <a:solidFill>
                  <a:srgbClr val="5CE0E6"/>
                </a:solidFill>
                <a:latin typeface="Calibri"/>
                <a:cs typeface="Calibri"/>
              </a:rPr>
              <a:t>Offline</a:t>
            </a:r>
            <a:r>
              <a:rPr dirty="0" sz="2300" spc="-35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-100">
                <a:solidFill>
                  <a:srgbClr val="5CE0E6"/>
                </a:solidFill>
                <a:latin typeface="Calibri"/>
                <a:cs typeface="Calibri"/>
              </a:rPr>
              <a:t>&amp;</a:t>
            </a:r>
            <a:r>
              <a:rPr dirty="0" sz="2300" spc="-30">
                <a:solidFill>
                  <a:srgbClr val="5CE0E6"/>
                </a:solidFill>
                <a:latin typeface="Calibri"/>
                <a:cs typeface="Calibri"/>
              </a:rPr>
              <a:t> </a:t>
            </a:r>
            <a:r>
              <a:rPr dirty="0" sz="2300" spc="80">
                <a:solidFill>
                  <a:srgbClr val="5CE0E6"/>
                </a:solidFill>
                <a:latin typeface="Calibri"/>
                <a:cs typeface="Calibri"/>
              </a:rPr>
              <a:t>Secure</a:t>
            </a:r>
            <a:endParaRPr sz="23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55507" y="8661465"/>
            <a:ext cx="1732561" cy="173835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8995770" y="560419"/>
            <a:ext cx="648970" cy="352425"/>
            <a:chOff x="18995770" y="560419"/>
            <a:chExt cx="648970" cy="352425"/>
          </a:xfrm>
        </p:grpSpPr>
        <p:sp>
          <p:nvSpPr>
            <p:cNvPr id="20" name="object 20"/>
            <p:cNvSpPr/>
            <p:nvPr/>
          </p:nvSpPr>
          <p:spPr>
            <a:xfrm>
              <a:off x="19351370" y="567150"/>
              <a:ext cx="182880" cy="338455"/>
            </a:xfrm>
            <a:custGeom>
              <a:avLst/>
              <a:gdLst/>
              <a:ahLst/>
              <a:cxnLst/>
              <a:rect l="l" t="t" r="r" b="b"/>
              <a:pathLst>
                <a:path w="182880" h="338455">
                  <a:moveTo>
                    <a:pt x="154955" y="271"/>
                  </a:moveTo>
                  <a:lnTo>
                    <a:pt x="-489" y="271"/>
                  </a:lnTo>
                  <a:lnTo>
                    <a:pt x="-489" y="13098"/>
                  </a:lnTo>
                  <a:lnTo>
                    <a:pt x="23513" y="16527"/>
                  </a:lnTo>
                  <a:lnTo>
                    <a:pt x="40149" y="26051"/>
                  </a:lnTo>
                  <a:lnTo>
                    <a:pt x="49928" y="40783"/>
                  </a:lnTo>
                  <a:lnTo>
                    <a:pt x="52976" y="59832"/>
                  </a:lnTo>
                  <a:lnTo>
                    <a:pt x="52976" y="338590"/>
                  </a:lnTo>
                  <a:lnTo>
                    <a:pt x="156224" y="338590"/>
                  </a:lnTo>
                  <a:lnTo>
                    <a:pt x="156224" y="128157"/>
                  </a:lnTo>
                  <a:lnTo>
                    <a:pt x="170448" y="109615"/>
                  </a:lnTo>
                  <a:lnTo>
                    <a:pt x="182132" y="102376"/>
                  </a:lnTo>
                  <a:lnTo>
                    <a:pt x="154955" y="102376"/>
                  </a:lnTo>
                  <a:lnTo>
                    <a:pt x="154955" y="271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06818" y="561054"/>
              <a:ext cx="137413" cy="10820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8995289" y="576192"/>
              <a:ext cx="325120" cy="336550"/>
            </a:xfrm>
            <a:custGeom>
              <a:avLst/>
              <a:gdLst/>
              <a:ahLst/>
              <a:cxnLst/>
              <a:rect l="l" t="t" r="r" b="b"/>
              <a:pathLst>
                <a:path w="325119" h="336550">
                  <a:moveTo>
                    <a:pt x="325043" y="291045"/>
                  </a:moveTo>
                  <a:lnTo>
                    <a:pt x="324980" y="138049"/>
                  </a:lnTo>
                  <a:lnTo>
                    <a:pt x="324980" y="96139"/>
                  </a:lnTo>
                  <a:lnTo>
                    <a:pt x="317614" y="53340"/>
                  </a:lnTo>
                  <a:lnTo>
                    <a:pt x="296405" y="21717"/>
                  </a:lnTo>
                  <a:lnTo>
                    <a:pt x="263512" y="381"/>
                  </a:lnTo>
                  <a:lnTo>
                    <a:pt x="262242" y="0"/>
                  </a:lnTo>
                  <a:lnTo>
                    <a:pt x="149593" y="0"/>
                  </a:lnTo>
                  <a:lnTo>
                    <a:pt x="176644" y="4572"/>
                  </a:lnTo>
                  <a:lnTo>
                    <a:pt x="196329" y="18034"/>
                  </a:lnTo>
                  <a:lnTo>
                    <a:pt x="208521" y="39751"/>
                  </a:lnTo>
                  <a:lnTo>
                    <a:pt x="212585" y="69088"/>
                  </a:lnTo>
                  <a:lnTo>
                    <a:pt x="212585" y="119761"/>
                  </a:lnTo>
                  <a:lnTo>
                    <a:pt x="212585" y="138049"/>
                  </a:lnTo>
                  <a:lnTo>
                    <a:pt x="212585" y="272656"/>
                  </a:lnTo>
                  <a:lnTo>
                    <a:pt x="201409" y="281419"/>
                  </a:lnTo>
                  <a:lnTo>
                    <a:pt x="189344" y="287388"/>
                  </a:lnTo>
                  <a:lnTo>
                    <a:pt x="176517" y="290690"/>
                  </a:lnTo>
                  <a:lnTo>
                    <a:pt x="162547" y="291706"/>
                  </a:lnTo>
                  <a:lnTo>
                    <a:pt x="141592" y="288023"/>
                  </a:lnTo>
                  <a:lnTo>
                    <a:pt x="126606" y="277101"/>
                  </a:lnTo>
                  <a:lnTo>
                    <a:pt x="117462" y="259194"/>
                  </a:lnTo>
                  <a:lnTo>
                    <a:pt x="114414" y="234175"/>
                  </a:lnTo>
                  <a:lnTo>
                    <a:pt x="114414" y="170815"/>
                  </a:lnTo>
                  <a:lnTo>
                    <a:pt x="212585" y="138049"/>
                  </a:lnTo>
                  <a:lnTo>
                    <a:pt x="212585" y="119761"/>
                  </a:lnTo>
                  <a:lnTo>
                    <a:pt x="68453" y="167132"/>
                  </a:lnTo>
                  <a:lnTo>
                    <a:pt x="20701" y="194805"/>
                  </a:lnTo>
                  <a:lnTo>
                    <a:pt x="0" y="250431"/>
                  </a:lnTo>
                  <a:lnTo>
                    <a:pt x="7366" y="284340"/>
                  </a:lnTo>
                  <a:lnTo>
                    <a:pt x="28448" y="311645"/>
                  </a:lnTo>
                  <a:lnTo>
                    <a:pt x="61722" y="329806"/>
                  </a:lnTo>
                  <a:lnTo>
                    <a:pt x="105651" y="336410"/>
                  </a:lnTo>
                  <a:lnTo>
                    <a:pt x="137528" y="332981"/>
                  </a:lnTo>
                  <a:lnTo>
                    <a:pt x="166357" y="323583"/>
                  </a:lnTo>
                  <a:lnTo>
                    <a:pt x="192011" y="309232"/>
                  </a:lnTo>
                  <a:lnTo>
                    <a:pt x="213220" y="291706"/>
                  </a:lnTo>
                  <a:lnTo>
                    <a:pt x="213982" y="291071"/>
                  </a:lnTo>
                  <a:lnTo>
                    <a:pt x="213982" y="329552"/>
                  </a:lnTo>
                  <a:lnTo>
                    <a:pt x="325043" y="329552"/>
                  </a:lnTo>
                  <a:lnTo>
                    <a:pt x="325043" y="291045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009359" y="560419"/>
              <a:ext cx="248666" cy="123825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17503139" y="559022"/>
            <a:ext cx="1085850" cy="353695"/>
            <a:chOff x="17503139" y="559022"/>
            <a:chExt cx="1085850" cy="353695"/>
          </a:xfrm>
        </p:grpSpPr>
        <p:sp>
          <p:nvSpPr>
            <p:cNvPr id="25" name="object 25"/>
            <p:cNvSpPr/>
            <p:nvPr/>
          </p:nvSpPr>
          <p:spPr>
            <a:xfrm>
              <a:off x="17503139" y="580739"/>
              <a:ext cx="325755" cy="325120"/>
            </a:xfrm>
            <a:custGeom>
              <a:avLst/>
              <a:gdLst/>
              <a:ahLst/>
              <a:cxnLst/>
              <a:rect l="l" t="t" r="r" b="b"/>
              <a:pathLst>
                <a:path w="325755" h="325119">
                  <a:moveTo>
                    <a:pt x="323272" y="271"/>
                  </a:moveTo>
                  <a:lnTo>
                    <a:pt x="159319" y="271"/>
                  </a:lnTo>
                  <a:lnTo>
                    <a:pt x="159319" y="155842"/>
                  </a:lnTo>
                  <a:lnTo>
                    <a:pt x="-442" y="316239"/>
                  </a:lnTo>
                  <a:lnTo>
                    <a:pt x="-442" y="325001"/>
                  </a:lnTo>
                  <a:lnTo>
                    <a:pt x="325304" y="325001"/>
                  </a:lnTo>
                  <a:lnTo>
                    <a:pt x="325304" y="311540"/>
                  </a:lnTo>
                  <a:lnTo>
                    <a:pt x="168844" y="311540"/>
                  </a:lnTo>
                  <a:lnTo>
                    <a:pt x="168844" y="155842"/>
                  </a:lnTo>
                  <a:lnTo>
                    <a:pt x="323272" y="271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672430" y="766794"/>
              <a:ext cx="156463" cy="12522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7513490" y="559301"/>
              <a:ext cx="692785" cy="353695"/>
            </a:xfrm>
            <a:custGeom>
              <a:avLst/>
              <a:gdLst/>
              <a:ahLst/>
              <a:cxnLst/>
              <a:rect l="l" t="t" r="r" b="b"/>
              <a:pathLst>
                <a:path w="692784" h="353694">
                  <a:moveTo>
                    <a:pt x="317614" y="8128"/>
                  </a:moveTo>
                  <a:lnTo>
                    <a:pt x="0" y="8128"/>
                  </a:lnTo>
                  <a:lnTo>
                    <a:pt x="0" y="140081"/>
                  </a:lnTo>
                  <a:lnTo>
                    <a:pt x="11557" y="140081"/>
                  </a:lnTo>
                  <a:lnTo>
                    <a:pt x="25781" y="97282"/>
                  </a:lnTo>
                  <a:lnTo>
                    <a:pt x="53848" y="59309"/>
                  </a:lnTo>
                  <a:lnTo>
                    <a:pt x="95110" y="32131"/>
                  </a:lnTo>
                  <a:lnTo>
                    <a:pt x="148958" y="21717"/>
                  </a:lnTo>
                  <a:lnTo>
                    <a:pt x="312915" y="21717"/>
                  </a:lnTo>
                  <a:lnTo>
                    <a:pt x="317614" y="16891"/>
                  </a:lnTo>
                  <a:lnTo>
                    <a:pt x="317614" y="8128"/>
                  </a:lnTo>
                  <a:close/>
                </a:path>
                <a:path w="692784" h="353694">
                  <a:moveTo>
                    <a:pt x="692759" y="156972"/>
                  </a:moveTo>
                  <a:lnTo>
                    <a:pt x="472046" y="156972"/>
                  </a:lnTo>
                  <a:lnTo>
                    <a:pt x="472046" y="26543"/>
                  </a:lnTo>
                  <a:lnTo>
                    <a:pt x="481698" y="22225"/>
                  </a:lnTo>
                  <a:lnTo>
                    <a:pt x="491858" y="19177"/>
                  </a:lnTo>
                  <a:lnTo>
                    <a:pt x="502399" y="17526"/>
                  </a:lnTo>
                  <a:lnTo>
                    <a:pt x="513321" y="16891"/>
                  </a:lnTo>
                  <a:lnTo>
                    <a:pt x="612749" y="16891"/>
                  </a:lnTo>
                  <a:lnTo>
                    <a:pt x="579983" y="5080"/>
                  </a:lnTo>
                  <a:lnTo>
                    <a:pt x="531609" y="0"/>
                  </a:lnTo>
                  <a:lnTo>
                    <a:pt x="482206" y="5334"/>
                  </a:lnTo>
                  <a:lnTo>
                    <a:pt x="438899" y="20955"/>
                  </a:lnTo>
                  <a:lnTo>
                    <a:pt x="403085" y="46228"/>
                  </a:lnTo>
                  <a:lnTo>
                    <a:pt x="376034" y="80264"/>
                  </a:lnTo>
                  <a:lnTo>
                    <a:pt x="358889" y="122682"/>
                  </a:lnTo>
                  <a:lnTo>
                    <a:pt x="352793" y="172593"/>
                  </a:lnTo>
                  <a:lnTo>
                    <a:pt x="356603" y="216903"/>
                  </a:lnTo>
                  <a:lnTo>
                    <a:pt x="367906" y="256019"/>
                  </a:lnTo>
                  <a:lnTo>
                    <a:pt x="386829" y="289420"/>
                  </a:lnTo>
                  <a:lnTo>
                    <a:pt x="448043" y="336537"/>
                  </a:lnTo>
                  <a:lnTo>
                    <a:pt x="490588" y="348983"/>
                  </a:lnTo>
                  <a:lnTo>
                    <a:pt x="541134" y="353301"/>
                  </a:lnTo>
                  <a:lnTo>
                    <a:pt x="588238" y="348094"/>
                  </a:lnTo>
                  <a:lnTo>
                    <a:pt x="629640" y="332854"/>
                  </a:lnTo>
                  <a:lnTo>
                    <a:pt x="646277" y="320789"/>
                  </a:lnTo>
                  <a:lnTo>
                    <a:pt x="664057" y="307835"/>
                  </a:lnTo>
                  <a:lnTo>
                    <a:pt x="690727" y="273418"/>
                  </a:lnTo>
                  <a:lnTo>
                    <a:pt x="678535" y="265925"/>
                  </a:lnTo>
                  <a:lnTo>
                    <a:pt x="658469" y="288531"/>
                  </a:lnTo>
                  <a:lnTo>
                    <a:pt x="634720" y="305803"/>
                  </a:lnTo>
                  <a:lnTo>
                    <a:pt x="607161" y="316852"/>
                  </a:lnTo>
                  <a:lnTo>
                    <a:pt x="575678" y="320789"/>
                  </a:lnTo>
                  <a:lnTo>
                    <a:pt x="530847" y="312153"/>
                  </a:lnTo>
                  <a:lnTo>
                    <a:pt x="498462" y="287261"/>
                  </a:lnTo>
                  <a:lnTo>
                    <a:pt x="478650" y="247637"/>
                  </a:lnTo>
                  <a:lnTo>
                    <a:pt x="472046" y="194945"/>
                  </a:lnTo>
                  <a:lnTo>
                    <a:pt x="472046" y="174625"/>
                  </a:lnTo>
                  <a:lnTo>
                    <a:pt x="692759" y="174625"/>
                  </a:lnTo>
                  <a:lnTo>
                    <a:pt x="692759" y="156972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027268" y="575913"/>
              <a:ext cx="179450" cy="1400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8218442" y="562730"/>
              <a:ext cx="370205" cy="343535"/>
            </a:xfrm>
            <a:custGeom>
              <a:avLst/>
              <a:gdLst/>
              <a:ahLst/>
              <a:cxnLst/>
              <a:rect l="l" t="t" r="r" b="b"/>
              <a:pathLst>
                <a:path w="370205" h="343534">
                  <a:moveTo>
                    <a:pt x="369951" y="102870"/>
                  </a:moveTo>
                  <a:lnTo>
                    <a:pt x="363601" y="60452"/>
                  </a:lnTo>
                  <a:lnTo>
                    <a:pt x="355854" y="47371"/>
                  </a:lnTo>
                  <a:lnTo>
                    <a:pt x="344424" y="28067"/>
                  </a:lnTo>
                  <a:lnTo>
                    <a:pt x="312293" y="7239"/>
                  </a:lnTo>
                  <a:lnTo>
                    <a:pt x="267081" y="0"/>
                  </a:lnTo>
                  <a:lnTo>
                    <a:pt x="239776" y="3429"/>
                  </a:lnTo>
                  <a:lnTo>
                    <a:pt x="211455" y="14097"/>
                  </a:lnTo>
                  <a:lnTo>
                    <a:pt x="183134" y="32131"/>
                  </a:lnTo>
                  <a:lnTo>
                    <a:pt x="155448" y="57912"/>
                  </a:lnTo>
                  <a:lnTo>
                    <a:pt x="155448" y="4699"/>
                  </a:lnTo>
                  <a:lnTo>
                    <a:pt x="0" y="4699"/>
                  </a:lnTo>
                  <a:lnTo>
                    <a:pt x="0" y="17526"/>
                  </a:lnTo>
                  <a:lnTo>
                    <a:pt x="24130" y="20955"/>
                  </a:lnTo>
                  <a:lnTo>
                    <a:pt x="40767" y="30480"/>
                  </a:lnTo>
                  <a:lnTo>
                    <a:pt x="50419" y="45212"/>
                  </a:lnTo>
                  <a:lnTo>
                    <a:pt x="53340" y="63627"/>
                  </a:lnTo>
                  <a:lnTo>
                    <a:pt x="53467" y="343014"/>
                  </a:lnTo>
                  <a:lnTo>
                    <a:pt x="156718" y="343014"/>
                  </a:lnTo>
                  <a:lnTo>
                    <a:pt x="156718" y="77851"/>
                  </a:lnTo>
                  <a:lnTo>
                    <a:pt x="172974" y="63627"/>
                  </a:lnTo>
                  <a:lnTo>
                    <a:pt x="182499" y="57912"/>
                  </a:lnTo>
                  <a:lnTo>
                    <a:pt x="188722" y="54102"/>
                  </a:lnTo>
                  <a:lnTo>
                    <a:pt x="203200" y="48895"/>
                  </a:lnTo>
                  <a:lnTo>
                    <a:pt x="215646" y="47371"/>
                  </a:lnTo>
                  <a:lnTo>
                    <a:pt x="235585" y="50800"/>
                  </a:lnTo>
                  <a:lnTo>
                    <a:pt x="251460" y="61087"/>
                  </a:lnTo>
                  <a:lnTo>
                    <a:pt x="262128" y="78486"/>
                  </a:lnTo>
                  <a:lnTo>
                    <a:pt x="265938" y="102870"/>
                  </a:lnTo>
                  <a:lnTo>
                    <a:pt x="265938" y="343014"/>
                  </a:lnTo>
                  <a:lnTo>
                    <a:pt x="369951" y="343014"/>
                  </a:lnTo>
                  <a:lnTo>
                    <a:pt x="369951" y="102870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18653760" y="560419"/>
            <a:ext cx="297815" cy="352425"/>
            <a:chOff x="18653760" y="560419"/>
            <a:chExt cx="297815" cy="352425"/>
          </a:xfrm>
        </p:grpSpPr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656554" y="783050"/>
              <a:ext cx="227838" cy="12928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8653760" y="560419"/>
              <a:ext cx="297815" cy="337185"/>
            </a:xfrm>
            <a:custGeom>
              <a:avLst/>
              <a:gdLst/>
              <a:ahLst/>
              <a:cxnLst/>
              <a:rect l="l" t="t" r="r" b="b"/>
              <a:pathLst>
                <a:path w="297815" h="337184">
                  <a:moveTo>
                    <a:pt x="149257" y="271"/>
                  </a:moveTo>
                  <a:lnTo>
                    <a:pt x="97062" y="5097"/>
                  </a:lnTo>
                  <a:lnTo>
                    <a:pt x="55280" y="19321"/>
                  </a:lnTo>
                  <a:lnTo>
                    <a:pt x="6005" y="72405"/>
                  </a:lnTo>
                  <a:lnTo>
                    <a:pt x="-471" y="109869"/>
                  </a:lnTo>
                  <a:lnTo>
                    <a:pt x="6513" y="146952"/>
                  </a:lnTo>
                  <a:lnTo>
                    <a:pt x="27975" y="176924"/>
                  </a:lnTo>
                  <a:lnTo>
                    <a:pt x="64423" y="200926"/>
                  </a:lnTo>
                  <a:lnTo>
                    <a:pt x="116746" y="220103"/>
                  </a:lnTo>
                  <a:lnTo>
                    <a:pt x="166783" y="235469"/>
                  </a:lnTo>
                  <a:lnTo>
                    <a:pt x="199167" y="249312"/>
                  </a:lnTo>
                  <a:lnTo>
                    <a:pt x="216566" y="265059"/>
                  </a:lnTo>
                  <a:lnTo>
                    <a:pt x="221645" y="286522"/>
                  </a:lnTo>
                  <a:lnTo>
                    <a:pt x="215931" y="307222"/>
                  </a:lnTo>
                  <a:lnTo>
                    <a:pt x="200310" y="323224"/>
                  </a:lnTo>
                  <a:lnTo>
                    <a:pt x="177070" y="333638"/>
                  </a:lnTo>
                  <a:lnTo>
                    <a:pt x="148622" y="337194"/>
                  </a:lnTo>
                  <a:lnTo>
                    <a:pt x="230154" y="337194"/>
                  </a:lnTo>
                  <a:lnTo>
                    <a:pt x="242473" y="332876"/>
                  </a:lnTo>
                  <a:lnTo>
                    <a:pt x="272317" y="309635"/>
                  </a:lnTo>
                  <a:lnTo>
                    <a:pt x="290605" y="277759"/>
                  </a:lnTo>
                  <a:lnTo>
                    <a:pt x="296828" y="237755"/>
                  </a:lnTo>
                  <a:lnTo>
                    <a:pt x="289081" y="197624"/>
                  </a:lnTo>
                  <a:lnTo>
                    <a:pt x="265586" y="166764"/>
                  </a:lnTo>
                  <a:lnTo>
                    <a:pt x="226344" y="142635"/>
                  </a:lnTo>
                  <a:lnTo>
                    <a:pt x="170847" y="122696"/>
                  </a:lnTo>
                  <a:lnTo>
                    <a:pt x="129192" y="109869"/>
                  </a:lnTo>
                  <a:lnTo>
                    <a:pt x="100110" y="97678"/>
                  </a:lnTo>
                  <a:lnTo>
                    <a:pt x="83473" y="83454"/>
                  </a:lnTo>
                  <a:lnTo>
                    <a:pt x="78139" y="64532"/>
                  </a:lnTo>
                  <a:lnTo>
                    <a:pt x="83346" y="42434"/>
                  </a:lnTo>
                  <a:lnTo>
                    <a:pt x="97570" y="26813"/>
                  </a:lnTo>
                  <a:lnTo>
                    <a:pt x="118651" y="17797"/>
                  </a:lnTo>
                  <a:lnTo>
                    <a:pt x="144431" y="15130"/>
                  </a:lnTo>
                  <a:lnTo>
                    <a:pt x="275238" y="15130"/>
                  </a:lnTo>
                  <a:lnTo>
                    <a:pt x="249839" y="10177"/>
                  </a:lnTo>
                  <a:lnTo>
                    <a:pt x="217328" y="5351"/>
                  </a:lnTo>
                  <a:lnTo>
                    <a:pt x="182276" y="1668"/>
                  </a:lnTo>
                  <a:lnTo>
                    <a:pt x="149257" y="271"/>
                  </a:lnTo>
                  <a:close/>
                </a:path>
              </a:pathLst>
            </a:custGeom>
            <a:solidFill>
              <a:srgbClr val="FAF8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798667" y="575278"/>
              <a:ext cx="130809" cy="1008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0126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00"/>
              </a:spcBef>
            </a:pPr>
            <a:r>
              <a:rPr dirty="0" sz="4500" spc="260"/>
              <a:t>Re</a:t>
            </a:r>
            <a:r>
              <a:rPr dirty="0" sz="4500" spc="-95"/>
              <a:t> </a:t>
            </a:r>
            <a:r>
              <a:rPr dirty="0" sz="4500" spc="180"/>
              <a:t>Imaging-</a:t>
            </a:r>
            <a:r>
              <a:rPr dirty="0" sz="4500" spc="-95"/>
              <a:t> </a:t>
            </a:r>
            <a:r>
              <a:rPr dirty="0" sz="4500" spc="200"/>
              <a:t>Data</a:t>
            </a:r>
            <a:r>
              <a:rPr dirty="0" sz="4500" spc="-90"/>
              <a:t> </a:t>
            </a:r>
            <a:r>
              <a:rPr dirty="0" sz="4500" spc="150"/>
              <a:t>-</a:t>
            </a:r>
            <a:r>
              <a:rPr dirty="0" sz="4500" spc="-90"/>
              <a:t> </a:t>
            </a:r>
            <a:r>
              <a:rPr dirty="0" sz="4500" spc="175"/>
              <a:t>Architecture</a:t>
            </a:r>
            <a:r>
              <a:rPr dirty="0" sz="4500" spc="-95"/>
              <a:t> </a:t>
            </a:r>
            <a:r>
              <a:rPr dirty="0" sz="4500" spc="160"/>
              <a:t>Flow</a:t>
            </a:r>
            <a:endParaRPr sz="4500"/>
          </a:p>
        </p:txBody>
      </p:sp>
      <p:grpSp>
        <p:nvGrpSpPr>
          <p:cNvPr id="3" name="object 3"/>
          <p:cNvGrpSpPr/>
          <p:nvPr/>
        </p:nvGrpSpPr>
        <p:grpSpPr>
          <a:xfrm>
            <a:off x="5305044" y="7476458"/>
            <a:ext cx="2748280" cy="1576070"/>
            <a:chOff x="5305044" y="7476458"/>
            <a:chExt cx="2748280" cy="1576070"/>
          </a:xfrm>
        </p:grpSpPr>
        <p:sp>
          <p:nvSpPr>
            <p:cNvPr id="4" name="object 4"/>
            <p:cNvSpPr/>
            <p:nvPr/>
          </p:nvSpPr>
          <p:spPr>
            <a:xfrm>
              <a:off x="5568696" y="7484078"/>
              <a:ext cx="2220595" cy="1489075"/>
            </a:xfrm>
            <a:custGeom>
              <a:avLst/>
              <a:gdLst/>
              <a:ahLst/>
              <a:cxnLst/>
              <a:rect l="l" t="t" r="r" b="b"/>
              <a:pathLst>
                <a:path w="2220595" h="1489075">
                  <a:moveTo>
                    <a:pt x="2142041" y="96"/>
                  </a:moveTo>
                  <a:lnTo>
                    <a:pt x="77708" y="96"/>
                  </a:lnTo>
                  <a:lnTo>
                    <a:pt x="47435" y="6224"/>
                  </a:lnTo>
                  <a:lnTo>
                    <a:pt x="22686" y="22924"/>
                  </a:lnTo>
                  <a:lnTo>
                    <a:pt x="5986" y="47672"/>
                  </a:lnTo>
                  <a:lnTo>
                    <a:pt x="-140" y="77945"/>
                  </a:lnTo>
                  <a:lnTo>
                    <a:pt x="-140" y="1489007"/>
                  </a:lnTo>
                  <a:lnTo>
                    <a:pt x="2220271" y="1489007"/>
                  </a:lnTo>
                  <a:lnTo>
                    <a:pt x="2220271" y="1391600"/>
                  </a:lnTo>
                  <a:lnTo>
                    <a:pt x="67548" y="1391600"/>
                  </a:lnTo>
                  <a:lnTo>
                    <a:pt x="67548" y="87978"/>
                  </a:lnTo>
                  <a:lnTo>
                    <a:pt x="2220271" y="87978"/>
                  </a:lnTo>
                  <a:lnTo>
                    <a:pt x="2220271" y="77945"/>
                  </a:lnTo>
                  <a:lnTo>
                    <a:pt x="2213905" y="47672"/>
                  </a:lnTo>
                  <a:lnTo>
                    <a:pt x="2197062" y="22924"/>
                  </a:lnTo>
                  <a:lnTo>
                    <a:pt x="2172266" y="6224"/>
                  </a:lnTo>
                  <a:lnTo>
                    <a:pt x="2142041" y="96"/>
                  </a:lnTo>
                  <a:close/>
                </a:path>
                <a:path w="2220595" h="1489075">
                  <a:moveTo>
                    <a:pt x="2220271" y="87978"/>
                  </a:moveTo>
                  <a:lnTo>
                    <a:pt x="2151692" y="87978"/>
                  </a:lnTo>
                  <a:lnTo>
                    <a:pt x="2151692" y="1391600"/>
                  </a:lnTo>
                  <a:lnTo>
                    <a:pt x="2220271" y="1391600"/>
                  </a:lnTo>
                  <a:lnTo>
                    <a:pt x="2220271" y="879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305044" y="7476458"/>
              <a:ext cx="2748280" cy="1564005"/>
            </a:xfrm>
            <a:custGeom>
              <a:avLst/>
              <a:gdLst/>
              <a:ahLst/>
              <a:cxnLst/>
              <a:rect l="l" t="t" r="r" b="b"/>
              <a:pathLst>
                <a:path w="2748279" h="1564004">
                  <a:moveTo>
                    <a:pt x="2407852" y="96"/>
                  </a:moveTo>
                  <a:lnTo>
                    <a:pt x="339074" y="96"/>
                  </a:lnTo>
                  <a:lnTo>
                    <a:pt x="306696" y="6694"/>
                  </a:lnTo>
                  <a:lnTo>
                    <a:pt x="280163" y="24686"/>
                  </a:lnTo>
                  <a:lnTo>
                    <a:pt x="262227" y="51369"/>
                  </a:lnTo>
                  <a:lnTo>
                    <a:pt x="255637" y="84041"/>
                  </a:lnTo>
                  <a:lnTo>
                    <a:pt x="255637" y="1497262"/>
                  </a:lnTo>
                  <a:lnTo>
                    <a:pt x="-134" y="1497262"/>
                  </a:lnTo>
                  <a:lnTo>
                    <a:pt x="-134" y="1530916"/>
                  </a:lnTo>
                  <a:lnTo>
                    <a:pt x="2434" y="1543590"/>
                  </a:lnTo>
                  <a:lnTo>
                    <a:pt x="2467" y="1543750"/>
                  </a:lnTo>
                  <a:lnTo>
                    <a:pt x="9436" y="1554013"/>
                  </a:lnTo>
                  <a:lnTo>
                    <a:pt x="9533" y="1554156"/>
                  </a:lnTo>
                  <a:lnTo>
                    <a:pt x="19957" y="1561133"/>
                  </a:lnTo>
                  <a:lnTo>
                    <a:pt x="32631" y="1563681"/>
                  </a:lnTo>
                  <a:lnTo>
                    <a:pt x="2714803" y="1563681"/>
                  </a:lnTo>
                  <a:lnTo>
                    <a:pt x="2727373" y="1561133"/>
                  </a:lnTo>
                  <a:lnTo>
                    <a:pt x="2727559" y="1561133"/>
                  </a:lnTo>
                  <a:lnTo>
                    <a:pt x="2738043" y="1554013"/>
                  </a:lnTo>
                  <a:lnTo>
                    <a:pt x="2744913" y="1543750"/>
                  </a:lnTo>
                  <a:lnTo>
                    <a:pt x="2745020" y="1543590"/>
                  </a:lnTo>
                  <a:lnTo>
                    <a:pt x="2747568" y="1530916"/>
                  </a:lnTo>
                  <a:lnTo>
                    <a:pt x="2747568" y="1530027"/>
                  </a:lnTo>
                  <a:lnTo>
                    <a:pt x="1224368" y="1530027"/>
                  </a:lnTo>
                  <a:lnTo>
                    <a:pt x="1211798" y="1527479"/>
                  </a:lnTo>
                  <a:lnTo>
                    <a:pt x="1211613" y="1527479"/>
                  </a:lnTo>
                  <a:lnTo>
                    <a:pt x="1201128" y="1520359"/>
                  </a:lnTo>
                  <a:lnTo>
                    <a:pt x="1194259" y="1510096"/>
                  </a:lnTo>
                  <a:lnTo>
                    <a:pt x="1194151" y="1509935"/>
                  </a:lnTo>
                  <a:lnTo>
                    <a:pt x="1191603" y="1497262"/>
                  </a:lnTo>
                  <a:lnTo>
                    <a:pt x="1191603" y="1496754"/>
                  </a:lnTo>
                  <a:lnTo>
                    <a:pt x="263511" y="1496754"/>
                  </a:lnTo>
                  <a:lnTo>
                    <a:pt x="263511" y="85311"/>
                  </a:lnTo>
                  <a:lnTo>
                    <a:pt x="269638" y="55112"/>
                  </a:lnTo>
                  <a:lnTo>
                    <a:pt x="286338" y="30401"/>
                  </a:lnTo>
                  <a:lnTo>
                    <a:pt x="311087" y="13715"/>
                  </a:lnTo>
                  <a:lnTo>
                    <a:pt x="341360" y="7589"/>
                  </a:lnTo>
                  <a:lnTo>
                    <a:pt x="2441851" y="7589"/>
                  </a:lnTo>
                  <a:lnTo>
                    <a:pt x="2440523" y="6694"/>
                  </a:lnTo>
                  <a:lnTo>
                    <a:pt x="2407852" y="96"/>
                  </a:lnTo>
                  <a:close/>
                </a:path>
                <a:path w="2748279" h="1564004">
                  <a:moveTo>
                    <a:pt x="2441851" y="7589"/>
                  </a:moveTo>
                  <a:lnTo>
                    <a:pt x="2406074" y="7589"/>
                  </a:lnTo>
                  <a:lnTo>
                    <a:pt x="2436346" y="13715"/>
                  </a:lnTo>
                  <a:lnTo>
                    <a:pt x="2461095" y="30401"/>
                  </a:lnTo>
                  <a:lnTo>
                    <a:pt x="2477795" y="55112"/>
                  </a:lnTo>
                  <a:lnTo>
                    <a:pt x="2483923" y="85311"/>
                  </a:lnTo>
                  <a:lnTo>
                    <a:pt x="2483923" y="1496754"/>
                  </a:lnTo>
                  <a:lnTo>
                    <a:pt x="1555830" y="1496754"/>
                  </a:lnTo>
                  <a:lnTo>
                    <a:pt x="1555830" y="1497262"/>
                  </a:lnTo>
                  <a:lnTo>
                    <a:pt x="1553261" y="1509935"/>
                  </a:lnTo>
                  <a:lnTo>
                    <a:pt x="1553229" y="1510096"/>
                  </a:lnTo>
                  <a:lnTo>
                    <a:pt x="1546259" y="1520359"/>
                  </a:lnTo>
                  <a:lnTo>
                    <a:pt x="1546162" y="1520502"/>
                  </a:lnTo>
                  <a:lnTo>
                    <a:pt x="1535739" y="1527479"/>
                  </a:lnTo>
                  <a:lnTo>
                    <a:pt x="1523065" y="1530027"/>
                  </a:lnTo>
                  <a:lnTo>
                    <a:pt x="2747568" y="1530027"/>
                  </a:lnTo>
                  <a:lnTo>
                    <a:pt x="2747568" y="1497262"/>
                  </a:lnTo>
                  <a:lnTo>
                    <a:pt x="2491796" y="1497262"/>
                  </a:lnTo>
                  <a:lnTo>
                    <a:pt x="2491796" y="84041"/>
                  </a:lnTo>
                  <a:lnTo>
                    <a:pt x="2485199" y="51369"/>
                  </a:lnTo>
                  <a:lnTo>
                    <a:pt x="2467207" y="24686"/>
                  </a:lnTo>
                  <a:lnTo>
                    <a:pt x="2441851" y="7589"/>
                  </a:lnTo>
                  <a:close/>
                </a:path>
              </a:pathLst>
            </a:custGeom>
            <a:solidFill>
              <a:srgbClr val="FBE9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361292" y="8974613"/>
              <a:ext cx="2635250" cy="78105"/>
            </a:xfrm>
            <a:custGeom>
              <a:avLst/>
              <a:gdLst/>
              <a:ahLst/>
              <a:cxnLst/>
              <a:rect l="l" t="t" r="r" b="b"/>
              <a:pathLst>
                <a:path w="2635250" h="78104">
                  <a:moveTo>
                    <a:pt x="1499577" y="0"/>
                  </a:moveTo>
                  <a:lnTo>
                    <a:pt x="1135354" y="0"/>
                  </a:lnTo>
                  <a:lnTo>
                    <a:pt x="1137958" y="13220"/>
                  </a:lnTo>
                  <a:lnTo>
                    <a:pt x="1145070" y="23761"/>
                  </a:lnTo>
                  <a:lnTo>
                    <a:pt x="1155598" y="30899"/>
                  </a:lnTo>
                  <a:lnTo>
                    <a:pt x="1168501" y="33528"/>
                  </a:lnTo>
                  <a:lnTo>
                    <a:pt x="1466811" y="33528"/>
                  </a:lnTo>
                  <a:lnTo>
                    <a:pt x="1479702" y="30899"/>
                  </a:lnTo>
                  <a:lnTo>
                    <a:pt x="1490103" y="23761"/>
                  </a:lnTo>
                  <a:lnTo>
                    <a:pt x="1497050" y="13220"/>
                  </a:lnTo>
                  <a:lnTo>
                    <a:pt x="1499577" y="0"/>
                  </a:lnTo>
                  <a:close/>
                </a:path>
                <a:path w="2635250" h="78104">
                  <a:moveTo>
                    <a:pt x="2634932" y="65214"/>
                  </a:moveTo>
                  <a:lnTo>
                    <a:pt x="0" y="65214"/>
                  </a:lnTo>
                  <a:lnTo>
                    <a:pt x="0" y="71564"/>
                  </a:lnTo>
                  <a:lnTo>
                    <a:pt x="0" y="72834"/>
                  </a:lnTo>
                  <a:lnTo>
                    <a:pt x="3136" y="72834"/>
                  </a:lnTo>
                  <a:lnTo>
                    <a:pt x="3136" y="77914"/>
                  </a:lnTo>
                  <a:lnTo>
                    <a:pt x="2631859" y="77914"/>
                  </a:lnTo>
                  <a:lnTo>
                    <a:pt x="2631859" y="72834"/>
                  </a:lnTo>
                  <a:lnTo>
                    <a:pt x="2634742" y="72834"/>
                  </a:lnTo>
                  <a:lnTo>
                    <a:pt x="2634742" y="71564"/>
                  </a:lnTo>
                  <a:lnTo>
                    <a:pt x="2634932" y="71564"/>
                  </a:lnTo>
                  <a:lnTo>
                    <a:pt x="2634932" y="65214"/>
                  </a:lnTo>
                  <a:close/>
                </a:path>
              </a:pathLst>
            </a:custGeom>
            <a:solidFill>
              <a:srgbClr val="E3C7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5752" y="7572564"/>
              <a:ext cx="2084831" cy="130444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5267432" y="7429213"/>
            <a:ext cx="2849880" cy="1635125"/>
            <a:chOff x="15267432" y="7429213"/>
            <a:chExt cx="2849880" cy="1635125"/>
          </a:xfrm>
        </p:grpSpPr>
        <p:sp>
          <p:nvSpPr>
            <p:cNvPr id="9" name="object 9"/>
            <p:cNvSpPr/>
            <p:nvPr/>
          </p:nvSpPr>
          <p:spPr>
            <a:xfrm>
              <a:off x="15540228" y="7438357"/>
              <a:ext cx="2304415" cy="1544320"/>
            </a:xfrm>
            <a:custGeom>
              <a:avLst/>
              <a:gdLst/>
              <a:ahLst/>
              <a:cxnLst/>
              <a:rect l="l" t="t" r="r" b="b"/>
              <a:pathLst>
                <a:path w="2304415" h="1544320">
                  <a:moveTo>
                    <a:pt x="2222686" y="97"/>
                  </a:moveTo>
                  <a:lnTo>
                    <a:pt x="80377" y="97"/>
                  </a:lnTo>
                  <a:lnTo>
                    <a:pt x="49005" y="6447"/>
                  </a:lnTo>
                  <a:lnTo>
                    <a:pt x="23323" y="23750"/>
                  </a:lnTo>
                  <a:lnTo>
                    <a:pt x="5976" y="49388"/>
                  </a:lnTo>
                  <a:lnTo>
                    <a:pt x="-392" y="80740"/>
                  </a:lnTo>
                  <a:lnTo>
                    <a:pt x="-392" y="1543870"/>
                  </a:lnTo>
                  <a:lnTo>
                    <a:pt x="2303837" y="1543870"/>
                  </a:lnTo>
                  <a:lnTo>
                    <a:pt x="2303837" y="1442781"/>
                  </a:lnTo>
                  <a:lnTo>
                    <a:pt x="69963" y="1442781"/>
                  </a:lnTo>
                  <a:lnTo>
                    <a:pt x="69963" y="91154"/>
                  </a:lnTo>
                  <a:lnTo>
                    <a:pt x="2303837" y="91154"/>
                  </a:lnTo>
                  <a:lnTo>
                    <a:pt x="2303837" y="80740"/>
                  </a:lnTo>
                  <a:lnTo>
                    <a:pt x="2297193" y="49388"/>
                  </a:lnTo>
                  <a:lnTo>
                    <a:pt x="2279739" y="23750"/>
                  </a:lnTo>
                  <a:lnTo>
                    <a:pt x="2254046" y="6447"/>
                  </a:lnTo>
                  <a:lnTo>
                    <a:pt x="2222686" y="97"/>
                  </a:lnTo>
                  <a:close/>
                </a:path>
                <a:path w="2304415" h="1544320">
                  <a:moveTo>
                    <a:pt x="2303837" y="91154"/>
                  </a:moveTo>
                  <a:lnTo>
                    <a:pt x="2232591" y="91154"/>
                  </a:lnTo>
                  <a:lnTo>
                    <a:pt x="2232591" y="1442781"/>
                  </a:lnTo>
                  <a:lnTo>
                    <a:pt x="2303837" y="1442781"/>
                  </a:lnTo>
                  <a:lnTo>
                    <a:pt x="2303837" y="911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267432" y="7429213"/>
              <a:ext cx="2849880" cy="1623060"/>
            </a:xfrm>
            <a:custGeom>
              <a:avLst/>
              <a:gdLst/>
              <a:ahLst/>
              <a:cxnLst/>
              <a:rect l="l" t="t" r="r" b="b"/>
              <a:pathLst>
                <a:path w="2849880" h="1623059">
                  <a:moveTo>
                    <a:pt x="2497133" y="98"/>
                  </a:moveTo>
                  <a:lnTo>
                    <a:pt x="351522" y="98"/>
                  </a:lnTo>
                  <a:lnTo>
                    <a:pt x="317897" y="6941"/>
                  </a:lnTo>
                  <a:lnTo>
                    <a:pt x="290357" y="25608"/>
                  </a:lnTo>
                  <a:lnTo>
                    <a:pt x="271746" y="53299"/>
                  </a:lnTo>
                  <a:lnTo>
                    <a:pt x="264910" y="87217"/>
                  </a:lnTo>
                  <a:lnTo>
                    <a:pt x="264910" y="1554157"/>
                  </a:lnTo>
                  <a:lnTo>
                    <a:pt x="-385" y="1554157"/>
                  </a:lnTo>
                  <a:lnTo>
                    <a:pt x="-385" y="1589081"/>
                  </a:lnTo>
                  <a:lnTo>
                    <a:pt x="2274" y="1602275"/>
                  </a:lnTo>
                  <a:lnTo>
                    <a:pt x="33649" y="1623117"/>
                  </a:lnTo>
                  <a:lnTo>
                    <a:pt x="2815386" y="1623117"/>
                  </a:lnTo>
                  <a:lnTo>
                    <a:pt x="2828475" y="1620477"/>
                  </a:lnTo>
                  <a:lnTo>
                    <a:pt x="2828662" y="1620477"/>
                  </a:lnTo>
                  <a:lnTo>
                    <a:pt x="2839548" y="1613100"/>
                  </a:lnTo>
                  <a:lnTo>
                    <a:pt x="2846675" y="1602436"/>
                  </a:lnTo>
                  <a:lnTo>
                    <a:pt x="2846782" y="1602275"/>
                  </a:lnTo>
                  <a:lnTo>
                    <a:pt x="2849422" y="1589081"/>
                  </a:lnTo>
                  <a:lnTo>
                    <a:pt x="2849422" y="1588192"/>
                  </a:lnTo>
                  <a:lnTo>
                    <a:pt x="1269709" y="1588192"/>
                  </a:lnTo>
                  <a:lnTo>
                    <a:pt x="1256706" y="1585553"/>
                  </a:lnTo>
                  <a:lnTo>
                    <a:pt x="1256459" y="1585553"/>
                  </a:lnTo>
                  <a:lnTo>
                    <a:pt x="1245547" y="1578128"/>
                  </a:lnTo>
                  <a:lnTo>
                    <a:pt x="1238313" y="1567297"/>
                  </a:lnTo>
                  <a:lnTo>
                    <a:pt x="1235673" y="1554157"/>
                  </a:lnTo>
                  <a:lnTo>
                    <a:pt x="1235673" y="1553649"/>
                  </a:lnTo>
                  <a:lnTo>
                    <a:pt x="273038" y="1553649"/>
                  </a:lnTo>
                  <a:lnTo>
                    <a:pt x="273038" y="88614"/>
                  </a:lnTo>
                  <a:lnTo>
                    <a:pt x="279405" y="57242"/>
                  </a:lnTo>
                  <a:lnTo>
                    <a:pt x="296739" y="31561"/>
                  </a:lnTo>
                  <a:lnTo>
                    <a:pt x="322382" y="14214"/>
                  </a:lnTo>
                  <a:lnTo>
                    <a:pt x="353681" y="7844"/>
                  </a:lnTo>
                  <a:lnTo>
                    <a:pt x="2532315" y="7844"/>
                  </a:lnTo>
                  <a:lnTo>
                    <a:pt x="2530977" y="6941"/>
                  </a:lnTo>
                  <a:lnTo>
                    <a:pt x="2497133" y="98"/>
                  </a:lnTo>
                  <a:close/>
                </a:path>
                <a:path w="2849880" h="1623059">
                  <a:moveTo>
                    <a:pt x="2532315" y="7844"/>
                  </a:moveTo>
                  <a:lnTo>
                    <a:pt x="2495355" y="7844"/>
                  </a:lnTo>
                  <a:lnTo>
                    <a:pt x="2526653" y="14214"/>
                  </a:lnTo>
                  <a:lnTo>
                    <a:pt x="2552297" y="31561"/>
                  </a:lnTo>
                  <a:lnTo>
                    <a:pt x="2569630" y="57242"/>
                  </a:lnTo>
                  <a:lnTo>
                    <a:pt x="2575998" y="88614"/>
                  </a:lnTo>
                  <a:lnTo>
                    <a:pt x="2575998" y="1553649"/>
                  </a:lnTo>
                  <a:lnTo>
                    <a:pt x="1613362" y="1553649"/>
                  </a:lnTo>
                  <a:lnTo>
                    <a:pt x="1613362" y="1554157"/>
                  </a:lnTo>
                  <a:lnTo>
                    <a:pt x="1579327" y="1588192"/>
                  </a:lnTo>
                  <a:lnTo>
                    <a:pt x="2849422" y="1588192"/>
                  </a:lnTo>
                  <a:lnTo>
                    <a:pt x="2849422" y="1554157"/>
                  </a:lnTo>
                  <a:lnTo>
                    <a:pt x="2584125" y="1554157"/>
                  </a:lnTo>
                  <a:lnTo>
                    <a:pt x="2584125" y="87217"/>
                  </a:lnTo>
                  <a:lnTo>
                    <a:pt x="2577283" y="53299"/>
                  </a:lnTo>
                  <a:lnTo>
                    <a:pt x="2558631" y="25608"/>
                  </a:lnTo>
                  <a:lnTo>
                    <a:pt x="2532315" y="7844"/>
                  </a:lnTo>
                  <a:close/>
                </a:path>
              </a:pathLst>
            </a:custGeom>
            <a:solidFill>
              <a:srgbClr val="FBE9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324951" y="8982233"/>
              <a:ext cx="2733040" cy="81915"/>
            </a:xfrm>
            <a:custGeom>
              <a:avLst/>
              <a:gdLst/>
              <a:ahLst/>
              <a:cxnLst/>
              <a:rect l="l" t="t" r="r" b="b"/>
              <a:pathLst>
                <a:path w="2733040" h="81915">
                  <a:moveTo>
                    <a:pt x="1555965" y="0"/>
                  </a:moveTo>
                  <a:lnTo>
                    <a:pt x="1178026" y="0"/>
                  </a:lnTo>
                  <a:lnTo>
                    <a:pt x="1180719" y="13893"/>
                  </a:lnTo>
                  <a:lnTo>
                    <a:pt x="1188085" y="24879"/>
                  </a:lnTo>
                  <a:lnTo>
                    <a:pt x="1199019" y="32321"/>
                  </a:lnTo>
                  <a:lnTo>
                    <a:pt x="1212443" y="35052"/>
                  </a:lnTo>
                  <a:lnTo>
                    <a:pt x="1521929" y="35052"/>
                  </a:lnTo>
                  <a:lnTo>
                    <a:pt x="1535290" y="32321"/>
                  </a:lnTo>
                  <a:lnTo>
                    <a:pt x="1546085" y="24879"/>
                  </a:lnTo>
                  <a:lnTo>
                    <a:pt x="1553324" y="13893"/>
                  </a:lnTo>
                  <a:lnTo>
                    <a:pt x="1555965" y="0"/>
                  </a:lnTo>
                  <a:close/>
                </a:path>
                <a:path w="2733040" h="81915">
                  <a:moveTo>
                    <a:pt x="2732468" y="70294"/>
                  </a:moveTo>
                  <a:lnTo>
                    <a:pt x="0" y="70294"/>
                  </a:lnTo>
                  <a:lnTo>
                    <a:pt x="0" y="76644"/>
                  </a:lnTo>
                  <a:lnTo>
                    <a:pt x="2362" y="76644"/>
                  </a:lnTo>
                  <a:lnTo>
                    <a:pt x="2362" y="81724"/>
                  </a:lnTo>
                  <a:lnTo>
                    <a:pt x="2729966" y="81724"/>
                  </a:lnTo>
                  <a:lnTo>
                    <a:pt x="2729966" y="76644"/>
                  </a:lnTo>
                  <a:lnTo>
                    <a:pt x="2732468" y="76644"/>
                  </a:lnTo>
                  <a:lnTo>
                    <a:pt x="2732468" y="70294"/>
                  </a:lnTo>
                  <a:close/>
                </a:path>
              </a:pathLst>
            </a:custGeom>
            <a:solidFill>
              <a:srgbClr val="E3C7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10332" y="7528369"/>
              <a:ext cx="2162555" cy="1353216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10273283" y="7421594"/>
            <a:ext cx="2827020" cy="1622425"/>
            <a:chOff x="10273283" y="7421594"/>
            <a:chExt cx="2827020" cy="1622425"/>
          </a:xfrm>
        </p:grpSpPr>
        <p:sp>
          <p:nvSpPr>
            <p:cNvPr id="14" name="object 14"/>
            <p:cNvSpPr/>
            <p:nvPr/>
          </p:nvSpPr>
          <p:spPr>
            <a:xfrm>
              <a:off x="10544555" y="7429214"/>
              <a:ext cx="2284730" cy="1531620"/>
            </a:xfrm>
            <a:custGeom>
              <a:avLst/>
              <a:gdLst/>
              <a:ahLst/>
              <a:cxnLst/>
              <a:rect l="l" t="t" r="r" b="b"/>
              <a:pathLst>
                <a:path w="2284729" h="1531620">
                  <a:moveTo>
                    <a:pt x="2203635" y="98"/>
                  </a:moveTo>
                  <a:lnTo>
                    <a:pt x="79741" y="98"/>
                  </a:lnTo>
                  <a:lnTo>
                    <a:pt x="48649" y="6402"/>
                  </a:lnTo>
                  <a:lnTo>
                    <a:pt x="23212" y="23576"/>
                  </a:lnTo>
                  <a:lnTo>
                    <a:pt x="6037" y="49013"/>
                  </a:lnTo>
                  <a:lnTo>
                    <a:pt x="-266" y="80106"/>
                  </a:lnTo>
                  <a:lnTo>
                    <a:pt x="-266" y="1531679"/>
                  </a:lnTo>
                  <a:lnTo>
                    <a:pt x="2284151" y="1531679"/>
                  </a:lnTo>
                  <a:lnTo>
                    <a:pt x="2284151" y="1431478"/>
                  </a:lnTo>
                  <a:lnTo>
                    <a:pt x="69454" y="1431478"/>
                  </a:lnTo>
                  <a:lnTo>
                    <a:pt x="69454" y="90392"/>
                  </a:lnTo>
                  <a:lnTo>
                    <a:pt x="2284151" y="90392"/>
                  </a:lnTo>
                  <a:lnTo>
                    <a:pt x="2284151" y="80106"/>
                  </a:lnTo>
                  <a:lnTo>
                    <a:pt x="2277553" y="49013"/>
                  </a:lnTo>
                  <a:lnTo>
                    <a:pt x="2260228" y="23576"/>
                  </a:lnTo>
                  <a:lnTo>
                    <a:pt x="2234736" y="6402"/>
                  </a:lnTo>
                  <a:lnTo>
                    <a:pt x="2203635" y="98"/>
                  </a:lnTo>
                  <a:close/>
                </a:path>
                <a:path w="2284729" h="1531620">
                  <a:moveTo>
                    <a:pt x="2284151" y="90392"/>
                  </a:moveTo>
                  <a:lnTo>
                    <a:pt x="2213541" y="90392"/>
                  </a:lnTo>
                  <a:lnTo>
                    <a:pt x="2213541" y="1431478"/>
                  </a:lnTo>
                  <a:lnTo>
                    <a:pt x="2284151" y="1431478"/>
                  </a:lnTo>
                  <a:lnTo>
                    <a:pt x="2284151" y="903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273283" y="7421594"/>
              <a:ext cx="2827020" cy="1607820"/>
            </a:xfrm>
            <a:custGeom>
              <a:avLst/>
              <a:gdLst/>
              <a:ahLst/>
              <a:cxnLst/>
              <a:rect l="l" t="t" r="r" b="b"/>
              <a:pathLst>
                <a:path w="2827019" h="1607820">
                  <a:moveTo>
                    <a:pt x="2477193" y="98"/>
                  </a:moveTo>
                  <a:lnTo>
                    <a:pt x="348727" y="98"/>
                  </a:lnTo>
                  <a:lnTo>
                    <a:pt x="315436" y="6876"/>
                  </a:lnTo>
                  <a:lnTo>
                    <a:pt x="288134" y="25370"/>
                  </a:lnTo>
                  <a:lnTo>
                    <a:pt x="269666" y="52817"/>
                  </a:lnTo>
                  <a:lnTo>
                    <a:pt x="262877" y="86456"/>
                  </a:lnTo>
                  <a:lnTo>
                    <a:pt x="262877" y="1539553"/>
                  </a:lnTo>
                  <a:lnTo>
                    <a:pt x="-259" y="1539553"/>
                  </a:lnTo>
                  <a:lnTo>
                    <a:pt x="-259" y="1574223"/>
                  </a:lnTo>
                  <a:lnTo>
                    <a:pt x="2378" y="1587250"/>
                  </a:lnTo>
                  <a:lnTo>
                    <a:pt x="2411" y="1587411"/>
                  </a:lnTo>
                  <a:lnTo>
                    <a:pt x="9580" y="1597955"/>
                  </a:lnTo>
                  <a:lnTo>
                    <a:pt x="9677" y="1598098"/>
                  </a:lnTo>
                  <a:lnTo>
                    <a:pt x="20421" y="1605262"/>
                  </a:lnTo>
                  <a:lnTo>
                    <a:pt x="33521" y="1607877"/>
                  </a:lnTo>
                  <a:lnTo>
                    <a:pt x="2792907" y="1607877"/>
                  </a:lnTo>
                  <a:lnTo>
                    <a:pt x="2805902" y="1605262"/>
                  </a:lnTo>
                  <a:lnTo>
                    <a:pt x="2806089" y="1605262"/>
                  </a:lnTo>
                  <a:lnTo>
                    <a:pt x="2816894" y="1597955"/>
                  </a:lnTo>
                  <a:lnTo>
                    <a:pt x="2823963" y="1587411"/>
                  </a:lnTo>
                  <a:lnTo>
                    <a:pt x="2824071" y="1587250"/>
                  </a:lnTo>
                  <a:lnTo>
                    <a:pt x="2826688" y="1574223"/>
                  </a:lnTo>
                  <a:lnTo>
                    <a:pt x="2826688" y="1573207"/>
                  </a:lnTo>
                  <a:lnTo>
                    <a:pt x="1259548" y="1573207"/>
                  </a:lnTo>
                  <a:lnTo>
                    <a:pt x="1246713" y="1570610"/>
                  </a:lnTo>
                  <a:lnTo>
                    <a:pt x="1246465" y="1570610"/>
                  </a:lnTo>
                  <a:lnTo>
                    <a:pt x="1235673" y="1563285"/>
                  </a:lnTo>
                  <a:lnTo>
                    <a:pt x="1228509" y="1552580"/>
                  </a:lnTo>
                  <a:lnTo>
                    <a:pt x="1225894" y="1539553"/>
                  </a:lnTo>
                  <a:lnTo>
                    <a:pt x="1225894" y="1539045"/>
                  </a:lnTo>
                  <a:lnTo>
                    <a:pt x="271005" y="1539045"/>
                  </a:lnTo>
                  <a:lnTo>
                    <a:pt x="271005" y="87726"/>
                  </a:lnTo>
                  <a:lnTo>
                    <a:pt x="277309" y="56633"/>
                  </a:lnTo>
                  <a:lnTo>
                    <a:pt x="294484" y="31196"/>
                  </a:lnTo>
                  <a:lnTo>
                    <a:pt x="319921" y="14022"/>
                  </a:lnTo>
                  <a:lnTo>
                    <a:pt x="351013" y="7718"/>
                  </a:lnTo>
                  <a:lnTo>
                    <a:pt x="2512027" y="7718"/>
                  </a:lnTo>
                  <a:lnTo>
                    <a:pt x="2510778" y="6876"/>
                  </a:lnTo>
                  <a:lnTo>
                    <a:pt x="2477193" y="98"/>
                  </a:lnTo>
                  <a:close/>
                </a:path>
                <a:path w="2827019" h="1607820">
                  <a:moveTo>
                    <a:pt x="2512027" y="7718"/>
                  </a:moveTo>
                  <a:lnTo>
                    <a:pt x="2475415" y="7718"/>
                  </a:lnTo>
                  <a:lnTo>
                    <a:pt x="2506508" y="14022"/>
                  </a:lnTo>
                  <a:lnTo>
                    <a:pt x="2531945" y="31196"/>
                  </a:lnTo>
                  <a:lnTo>
                    <a:pt x="2549119" y="56633"/>
                  </a:lnTo>
                  <a:lnTo>
                    <a:pt x="2555423" y="87726"/>
                  </a:lnTo>
                  <a:lnTo>
                    <a:pt x="2555423" y="1539045"/>
                  </a:lnTo>
                  <a:lnTo>
                    <a:pt x="1600534" y="1539045"/>
                  </a:lnTo>
                  <a:lnTo>
                    <a:pt x="1600534" y="1539553"/>
                  </a:lnTo>
                  <a:lnTo>
                    <a:pt x="1597909" y="1552580"/>
                  </a:lnTo>
                  <a:lnTo>
                    <a:pt x="1597865" y="1552794"/>
                  </a:lnTo>
                  <a:lnTo>
                    <a:pt x="1590613" y="1563476"/>
                  </a:lnTo>
                  <a:lnTo>
                    <a:pt x="1579907" y="1570610"/>
                  </a:lnTo>
                  <a:lnTo>
                    <a:pt x="1566880" y="1573207"/>
                  </a:lnTo>
                  <a:lnTo>
                    <a:pt x="2826688" y="1573207"/>
                  </a:lnTo>
                  <a:lnTo>
                    <a:pt x="2826688" y="1539553"/>
                  </a:lnTo>
                  <a:lnTo>
                    <a:pt x="2563551" y="1539553"/>
                  </a:lnTo>
                  <a:lnTo>
                    <a:pt x="2563551" y="86456"/>
                  </a:lnTo>
                  <a:lnTo>
                    <a:pt x="2556755" y="52817"/>
                  </a:lnTo>
                  <a:lnTo>
                    <a:pt x="2538231" y="25370"/>
                  </a:lnTo>
                  <a:lnTo>
                    <a:pt x="2512027" y="7718"/>
                  </a:lnTo>
                  <a:close/>
                </a:path>
              </a:pathLst>
            </a:custGeom>
            <a:solidFill>
              <a:srgbClr val="FBE9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330929" y="8960897"/>
              <a:ext cx="2711450" cy="83185"/>
            </a:xfrm>
            <a:custGeom>
              <a:avLst/>
              <a:gdLst/>
              <a:ahLst/>
              <a:cxnLst/>
              <a:rect l="l" t="t" r="r" b="b"/>
              <a:pathLst>
                <a:path w="2711450" h="83184">
                  <a:moveTo>
                    <a:pt x="1543773" y="0"/>
                  </a:moveTo>
                  <a:lnTo>
                    <a:pt x="1167358" y="0"/>
                  </a:lnTo>
                  <a:lnTo>
                    <a:pt x="1170051" y="13893"/>
                  </a:lnTo>
                  <a:lnTo>
                    <a:pt x="1177404" y="24879"/>
                  </a:lnTo>
                  <a:lnTo>
                    <a:pt x="1188300" y="32321"/>
                  </a:lnTo>
                  <a:lnTo>
                    <a:pt x="1201648" y="35052"/>
                  </a:lnTo>
                  <a:lnTo>
                    <a:pt x="1509864" y="35052"/>
                  </a:lnTo>
                  <a:lnTo>
                    <a:pt x="1523199" y="32321"/>
                  </a:lnTo>
                  <a:lnTo>
                    <a:pt x="1533956" y="24879"/>
                  </a:lnTo>
                  <a:lnTo>
                    <a:pt x="1541157" y="13893"/>
                  </a:lnTo>
                  <a:lnTo>
                    <a:pt x="1543773" y="0"/>
                  </a:lnTo>
                  <a:close/>
                </a:path>
                <a:path w="2711450" h="83184">
                  <a:moveTo>
                    <a:pt x="2711132" y="68770"/>
                  </a:moveTo>
                  <a:lnTo>
                    <a:pt x="0" y="68770"/>
                  </a:lnTo>
                  <a:lnTo>
                    <a:pt x="0" y="76390"/>
                  </a:lnTo>
                  <a:lnTo>
                    <a:pt x="3111" y="76390"/>
                  </a:lnTo>
                  <a:lnTo>
                    <a:pt x="3111" y="82740"/>
                  </a:lnTo>
                  <a:lnTo>
                    <a:pt x="2708008" y="82740"/>
                  </a:lnTo>
                  <a:lnTo>
                    <a:pt x="2708008" y="76390"/>
                  </a:lnTo>
                  <a:lnTo>
                    <a:pt x="2711132" y="76390"/>
                  </a:lnTo>
                  <a:lnTo>
                    <a:pt x="2711132" y="68770"/>
                  </a:lnTo>
                  <a:close/>
                </a:path>
              </a:pathLst>
            </a:custGeom>
            <a:solidFill>
              <a:srgbClr val="E3C7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14659" y="7519226"/>
              <a:ext cx="2144268" cy="134254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294835" y="9157865"/>
            <a:ext cx="30226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65">
                <a:solidFill>
                  <a:srgbClr val="FFFFFF"/>
                </a:solidFill>
                <a:latin typeface="Calibri"/>
                <a:cs typeface="Calibri"/>
              </a:rPr>
              <a:t>Visualizes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how </a:t>
            </a:r>
            <a:r>
              <a:rPr dirty="0" sz="1800" spc="40">
                <a:solidFill>
                  <a:srgbClr val="FFFFFF"/>
                </a:solidFill>
                <a:latin typeface="Calibri"/>
                <a:cs typeface="Calibri"/>
              </a:rPr>
              <a:t>functions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interact</a:t>
            </a:r>
            <a:r>
              <a:rPr dirty="0" sz="18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depend</a:t>
            </a:r>
            <a:r>
              <a:rPr dirty="0" sz="18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8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FFFFFF"/>
                </a:solidFill>
                <a:latin typeface="Calibri"/>
                <a:cs typeface="Calibri"/>
              </a:rPr>
              <a:t>each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 different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Calibri"/>
                <a:cs typeface="Calibri"/>
              </a:rPr>
              <a:t>layers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FFFFFF"/>
                </a:solidFill>
                <a:latin typeface="Calibri"/>
                <a:cs typeface="Calibri"/>
              </a:rPr>
              <a:t>system.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6408" y="7470361"/>
            <a:ext cx="2746375" cy="1576070"/>
            <a:chOff x="216408" y="7470361"/>
            <a:chExt cx="2746375" cy="1576070"/>
          </a:xfrm>
        </p:grpSpPr>
        <p:sp>
          <p:nvSpPr>
            <p:cNvPr id="20" name="object 20"/>
            <p:cNvSpPr/>
            <p:nvPr/>
          </p:nvSpPr>
          <p:spPr>
            <a:xfrm>
              <a:off x="480060" y="7477981"/>
              <a:ext cx="2220595" cy="1489075"/>
            </a:xfrm>
            <a:custGeom>
              <a:avLst/>
              <a:gdLst/>
              <a:ahLst/>
              <a:cxnLst/>
              <a:rect l="l" t="t" r="r" b="b"/>
              <a:pathLst>
                <a:path w="2220595" h="1489075">
                  <a:moveTo>
                    <a:pt x="2142169" y="96"/>
                  </a:moveTo>
                  <a:lnTo>
                    <a:pt x="77786" y="96"/>
                  </a:lnTo>
                  <a:lnTo>
                    <a:pt x="47558" y="6224"/>
                  </a:lnTo>
                  <a:lnTo>
                    <a:pt x="22823" y="22924"/>
                  </a:lnTo>
                  <a:lnTo>
                    <a:pt x="6120" y="47672"/>
                  </a:lnTo>
                  <a:lnTo>
                    <a:pt x="-12" y="77945"/>
                  </a:lnTo>
                  <a:lnTo>
                    <a:pt x="-12" y="1489007"/>
                  </a:lnTo>
                  <a:lnTo>
                    <a:pt x="2220399" y="1489007"/>
                  </a:lnTo>
                  <a:lnTo>
                    <a:pt x="2220399" y="1391600"/>
                  </a:lnTo>
                  <a:lnTo>
                    <a:pt x="67740" y="1391600"/>
                  </a:lnTo>
                  <a:lnTo>
                    <a:pt x="67740" y="87978"/>
                  </a:lnTo>
                  <a:lnTo>
                    <a:pt x="2220399" y="87978"/>
                  </a:lnTo>
                  <a:lnTo>
                    <a:pt x="2220399" y="77945"/>
                  </a:lnTo>
                  <a:lnTo>
                    <a:pt x="2214034" y="47672"/>
                  </a:lnTo>
                  <a:lnTo>
                    <a:pt x="2197191" y="22924"/>
                  </a:lnTo>
                  <a:lnTo>
                    <a:pt x="2172394" y="6224"/>
                  </a:lnTo>
                  <a:lnTo>
                    <a:pt x="2142169" y="96"/>
                  </a:lnTo>
                  <a:close/>
                </a:path>
                <a:path w="2220595" h="1489075">
                  <a:moveTo>
                    <a:pt x="2220399" y="87978"/>
                  </a:moveTo>
                  <a:lnTo>
                    <a:pt x="2151821" y="87978"/>
                  </a:lnTo>
                  <a:lnTo>
                    <a:pt x="2151821" y="1391600"/>
                  </a:lnTo>
                  <a:lnTo>
                    <a:pt x="2220399" y="1391600"/>
                  </a:lnTo>
                  <a:lnTo>
                    <a:pt x="2220399" y="879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16408" y="7470361"/>
              <a:ext cx="2746375" cy="1564005"/>
            </a:xfrm>
            <a:custGeom>
              <a:avLst/>
              <a:gdLst/>
              <a:ahLst/>
              <a:cxnLst/>
              <a:rect l="l" t="t" r="r" b="b"/>
              <a:pathLst>
                <a:path w="2746375" h="1564004">
                  <a:moveTo>
                    <a:pt x="2406710" y="97"/>
                  </a:moveTo>
                  <a:lnTo>
                    <a:pt x="339063" y="97"/>
                  </a:lnTo>
                  <a:lnTo>
                    <a:pt x="306664" y="6694"/>
                  </a:lnTo>
                  <a:lnTo>
                    <a:pt x="280125" y="24686"/>
                  </a:lnTo>
                  <a:lnTo>
                    <a:pt x="262189" y="51369"/>
                  </a:lnTo>
                  <a:lnTo>
                    <a:pt x="255600" y="84041"/>
                  </a:lnTo>
                  <a:lnTo>
                    <a:pt x="255600" y="1497262"/>
                  </a:lnTo>
                  <a:lnTo>
                    <a:pt x="-5" y="1497262"/>
                  </a:lnTo>
                  <a:lnTo>
                    <a:pt x="-5" y="1530916"/>
                  </a:lnTo>
                  <a:lnTo>
                    <a:pt x="2563" y="1543590"/>
                  </a:lnTo>
                  <a:lnTo>
                    <a:pt x="2595" y="1543750"/>
                  </a:lnTo>
                  <a:lnTo>
                    <a:pt x="9565" y="1554013"/>
                  </a:lnTo>
                  <a:lnTo>
                    <a:pt x="9662" y="1554156"/>
                  </a:lnTo>
                  <a:lnTo>
                    <a:pt x="20085" y="1561133"/>
                  </a:lnTo>
                  <a:lnTo>
                    <a:pt x="32759" y="1563681"/>
                  </a:lnTo>
                  <a:lnTo>
                    <a:pt x="2713407" y="1563681"/>
                  </a:lnTo>
                  <a:lnTo>
                    <a:pt x="2725978" y="1561133"/>
                  </a:lnTo>
                  <a:lnTo>
                    <a:pt x="2726163" y="1561133"/>
                  </a:lnTo>
                  <a:lnTo>
                    <a:pt x="2736648" y="1554013"/>
                  </a:lnTo>
                  <a:lnTo>
                    <a:pt x="2743517" y="1543750"/>
                  </a:lnTo>
                  <a:lnTo>
                    <a:pt x="2743625" y="1543590"/>
                  </a:lnTo>
                  <a:lnTo>
                    <a:pt x="2746173" y="1530916"/>
                  </a:lnTo>
                  <a:lnTo>
                    <a:pt x="2746173" y="1530027"/>
                  </a:lnTo>
                  <a:lnTo>
                    <a:pt x="1223862" y="1530027"/>
                  </a:lnTo>
                  <a:lnTo>
                    <a:pt x="1211292" y="1527479"/>
                  </a:lnTo>
                  <a:lnTo>
                    <a:pt x="1211106" y="1527479"/>
                  </a:lnTo>
                  <a:lnTo>
                    <a:pt x="1200622" y="1520359"/>
                  </a:lnTo>
                  <a:lnTo>
                    <a:pt x="1193752" y="1510096"/>
                  </a:lnTo>
                  <a:lnTo>
                    <a:pt x="1193645" y="1509936"/>
                  </a:lnTo>
                  <a:lnTo>
                    <a:pt x="1191097" y="1497262"/>
                  </a:lnTo>
                  <a:lnTo>
                    <a:pt x="1191097" y="1496754"/>
                  </a:lnTo>
                  <a:lnTo>
                    <a:pt x="263474" y="1496754"/>
                  </a:lnTo>
                  <a:lnTo>
                    <a:pt x="263474" y="85311"/>
                  </a:lnTo>
                  <a:lnTo>
                    <a:pt x="269604" y="55112"/>
                  </a:lnTo>
                  <a:lnTo>
                    <a:pt x="286302" y="30401"/>
                  </a:lnTo>
                  <a:lnTo>
                    <a:pt x="311029" y="13715"/>
                  </a:lnTo>
                  <a:lnTo>
                    <a:pt x="341247" y="7589"/>
                  </a:lnTo>
                  <a:lnTo>
                    <a:pt x="2440634" y="7589"/>
                  </a:lnTo>
                  <a:lnTo>
                    <a:pt x="2439309" y="6694"/>
                  </a:lnTo>
                  <a:lnTo>
                    <a:pt x="2406710" y="97"/>
                  </a:lnTo>
                  <a:close/>
                </a:path>
                <a:path w="2746375" h="1564004">
                  <a:moveTo>
                    <a:pt x="2440634" y="7589"/>
                  </a:moveTo>
                  <a:lnTo>
                    <a:pt x="2404932" y="7589"/>
                  </a:lnTo>
                  <a:lnTo>
                    <a:pt x="2435132" y="13715"/>
                  </a:lnTo>
                  <a:lnTo>
                    <a:pt x="2459842" y="30401"/>
                  </a:lnTo>
                  <a:lnTo>
                    <a:pt x="2476529" y="55112"/>
                  </a:lnTo>
                  <a:lnTo>
                    <a:pt x="2482654" y="85311"/>
                  </a:lnTo>
                  <a:lnTo>
                    <a:pt x="2482654" y="1496754"/>
                  </a:lnTo>
                  <a:lnTo>
                    <a:pt x="1555070" y="1496754"/>
                  </a:lnTo>
                  <a:lnTo>
                    <a:pt x="1555070" y="1497262"/>
                  </a:lnTo>
                  <a:lnTo>
                    <a:pt x="1552501" y="1509936"/>
                  </a:lnTo>
                  <a:lnTo>
                    <a:pt x="1552468" y="1510096"/>
                  </a:lnTo>
                  <a:lnTo>
                    <a:pt x="1545499" y="1520359"/>
                  </a:lnTo>
                  <a:lnTo>
                    <a:pt x="1545402" y="1520502"/>
                  </a:lnTo>
                  <a:lnTo>
                    <a:pt x="1534978" y="1527479"/>
                  </a:lnTo>
                  <a:lnTo>
                    <a:pt x="1522305" y="1530027"/>
                  </a:lnTo>
                  <a:lnTo>
                    <a:pt x="2746173" y="1530027"/>
                  </a:lnTo>
                  <a:lnTo>
                    <a:pt x="2746173" y="1497262"/>
                  </a:lnTo>
                  <a:lnTo>
                    <a:pt x="2490528" y="1497262"/>
                  </a:lnTo>
                  <a:lnTo>
                    <a:pt x="2490528" y="84041"/>
                  </a:lnTo>
                  <a:lnTo>
                    <a:pt x="2483932" y="51369"/>
                  </a:lnTo>
                  <a:lnTo>
                    <a:pt x="2465954" y="24686"/>
                  </a:lnTo>
                  <a:lnTo>
                    <a:pt x="2440634" y="7589"/>
                  </a:lnTo>
                  <a:close/>
                </a:path>
              </a:pathLst>
            </a:custGeom>
            <a:solidFill>
              <a:srgbClr val="FBE9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2783" y="8966993"/>
              <a:ext cx="2633980" cy="79375"/>
            </a:xfrm>
            <a:custGeom>
              <a:avLst/>
              <a:gdLst/>
              <a:ahLst/>
              <a:cxnLst/>
              <a:rect l="l" t="t" r="r" b="b"/>
              <a:pathLst>
                <a:path w="2633980" h="79375">
                  <a:moveTo>
                    <a:pt x="1498053" y="0"/>
                  </a:moveTo>
                  <a:lnTo>
                    <a:pt x="1133830" y="0"/>
                  </a:lnTo>
                  <a:lnTo>
                    <a:pt x="1136434" y="13220"/>
                  </a:lnTo>
                  <a:lnTo>
                    <a:pt x="1143546" y="23761"/>
                  </a:lnTo>
                  <a:lnTo>
                    <a:pt x="1154074" y="30899"/>
                  </a:lnTo>
                  <a:lnTo>
                    <a:pt x="1166977" y="33528"/>
                  </a:lnTo>
                  <a:lnTo>
                    <a:pt x="1465287" y="33528"/>
                  </a:lnTo>
                  <a:lnTo>
                    <a:pt x="1478178" y="30899"/>
                  </a:lnTo>
                  <a:lnTo>
                    <a:pt x="1488579" y="23761"/>
                  </a:lnTo>
                  <a:lnTo>
                    <a:pt x="1495526" y="13220"/>
                  </a:lnTo>
                  <a:lnTo>
                    <a:pt x="1498053" y="0"/>
                  </a:lnTo>
                  <a:close/>
                </a:path>
                <a:path w="2633980" h="79375">
                  <a:moveTo>
                    <a:pt x="2633408" y="66484"/>
                  </a:moveTo>
                  <a:lnTo>
                    <a:pt x="0" y="66484"/>
                  </a:lnTo>
                  <a:lnTo>
                    <a:pt x="0" y="74104"/>
                  </a:lnTo>
                  <a:lnTo>
                    <a:pt x="2844" y="74104"/>
                  </a:lnTo>
                  <a:lnTo>
                    <a:pt x="2844" y="79184"/>
                  </a:lnTo>
                  <a:lnTo>
                    <a:pt x="2630563" y="79184"/>
                  </a:lnTo>
                  <a:lnTo>
                    <a:pt x="2630563" y="74104"/>
                  </a:lnTo>
                  <a:lnTo>
                    <a:pt x="2633408" y="74104"/>
                  </a:lnTo>
                  <a:lnTo>
                    <a:pt x="2633408" y="66484"/>
                  </a:lnTo>
                  <a:close/>
                </a:path>
              </a:pathLst>
            </a:custGeom>
            <a:solidFill>
              <a:srgbClr val="E3C7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7116" y="7566468"/>
              <a:ext cx="2084832" cy="130292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49116" y="6800296"/>
            <a:ext cx="298894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100" b="1">
                <a:solidFill>
                  <a:srgbClr val="00AFEF"/>
                </a:solidFill>
                <a:latin typeface="Calibri"/>
                <a:cs typeface="Calibri"/>
              </a:rPr>
              <a:t>Function</a:t>
            </a:r>
            <a:r>
              <a:rPr dirty="0" sz="2200" spc="-20" b="1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dirty="0" sz="2200" spc="175" b="1">
                <a:solidFill>
                  <a:srgbClr val="00AFEF"/>
                </a:solidFill>
                <a:latin typeface="Calibri"/>
                <a:cs typeface="Calibri"/>
              </a:rPr>
              <a:t>Call</a:t>
            </a:r>
            <a:r>
              <a:rPr dirty="0" sz="2200" spc="-35" b="1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dirty="0" sz="2200" spc="100" b="1">
                <a:solidFill>
                  <a:srgbClr val="00AFEF"/>
                </a:solidFill>
                <a:latin typeface="Calibri"/>
                <a:cs typeface="Calibri"/>
              </a:rPr>
              <a:t>and</a:t>
            </a:r>
            <a:r>
              <a:rPr dirty="0" sz="2200" spc="-45" b="1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dirty="0" sz="2200" spc="95" b="1">
                <a:solidFill>
                  <a:srgbClr val="00AFEF"/>
                </a:solidFill>
                <a:latin typeface="Calibri"/>
                <a:cs typeface="Calibri"/>
              </a:rPr>
              <a:t>Level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37674" y="6911926"/>
            <a:ext cx="28143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95" b="1">
                <a:solidFill>
                  <a:srgbClr val="00AFEF"/>
                </a:solidFill>
                <a:latin typeface="Calibri"/>
                <a:cs typeface="Calibri"/>
              </a:rPr>
              <a:t>Data</a:t>
            </a:r>
            <a:r>
              <a:rPr dirty="0" sz="2200" spc="-50" b="1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dirty="0" sz="2200" spc="105" b="1">
                <a:solidFill>
                  <a:srgbClr val="00AFEF"/>
                </a:solidFill>
                <a:latin typeface="Calibri"/>
                <a:cs typeface="Calibri"/>
              </a:rPr>
              <a:t>Field</a:t>
            </a:r>
            <a:r>
              <a:rPr dirty="0" sz="2200" spc="-35" b="1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dirty="0" sz="2200" spc="80" b="1">
                <a:solidFill>
                  <a:srgbClr val="00AFEF"/>
                </a:solidFill>
                <a:latin typeface="Calibri"/>
                <a:cs typeface="Calibri"/>
              </a:rPr>
              <a:t>Flow</a:t>
            </a:r>
            <a:r>
              <a:rPr dirty="0" sz="2200" spc="-35" b="1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dirty="0" sz="2200" spc="85" b="1">
                <a:solidFill>
                  <a:srgbClr val="00AFEF"/>
                </a:solidFill>
                <a:latin typeface="Calibri"/>
                <a:cs typeface="Calibri"/>
              </a:rPr>
              <a:t>Graph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63167" y="9168532"/>
            <a:ext cx="216408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75">
                <a:solidFill>
                  <a:srgbClr val="FFFFFF"/>
                </a:solidFill>
                <a:latin typeface="Calibri"/>
                <a:cs typeface="Calibri"/>
              </a:rPr>
              <a:t>Tracks</a:t>
            </a:r>
            <a:r>
              <a:rPr dirty="0" sz="18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movement </a:t>
            </a:r>
            <a:r>
              <a:rPr dirty="0" sz="1800" spc="6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8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0">
                <a:solidFill>
                  <a:srgbClr val="FFFFFF"/>
                </a:solidFill>
                <a:latin typeface="Calibri"/>
                <a:cs typeface="Calibri"/>
              </a:rPr>
              <a:t>transformation</a:t>
            </a:r>
            <a:r>
              <a:rPr dirty="0" sz="180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Calibri"/>
                <a:cs typeface="Calibri"/>
              </a:rPr>
              <a:t>fields</a:t>
            </a:r>
            <a:r>
              <a:rPr dirty="0" sz="18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90">
                <a:solidFill>
                  <a:srgbClr val="FFFFFF"/>
                </a:solidFill>
                <a:latin typeface="Calibri"/>
                <a:cs typeface="Calibri"/>
              </a:rPr>
              <a:t>across </a:t>
            </a:r>
            <a:r>
              <a:rPr dirty="0" sz="1800" spc="95">
                <a:solidFill>
                  <a:srgbClr val="FFFFFF"/>
                </a:solidFill>
                <a:latin typeface="Calibri"/>
                <a:cs typeface="Calibri"/>
              </a:rPr>
              <a:t>processes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1800" spc="50">
                <a:solidFill>
                  <a:srgbClr val="FFFFFF"/>
                </a:solidFill>
                <a:latin typeface="Calibri"/>
                <a:cs typeface="Calibri"/>
              </a:rPr>
              <a:t>components.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244312" y="6910606"/>
            <a:ext cx="289687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120" b="1">
                <a:solidFill>
                  <a:srgbClr val="00AFEF"/>
                </a:solidFill>
                <a:latin typeface="Calibri"/>
                <a:cs typeface="Calibri"/>
              </a:rPr>
              <a:t>Impact</a:t>
            </a:r>
            <a:r>
              <a:rPr dirty="0" sz="2200" spc="-20" b="1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dirty="0" sz="2200" spc="110" b="1">
                <a:solidFill>
                  <a:srgbClr val="00AFEF"/>
                </a:solidFill>
                <a:latin typeface="Calibri"/>
                <a:cs typeface="Calibri"/>
              </a:rPr>
              <a:t>Analysis</a:t>
            </a:r>
            <a:r>
              <a:rPr dirty="0" sz="2200" spc="5" b="1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dirty="0" sz="2200" spc="70" b="1">
                <a:solidFill>
                  <a:srgbClr val="00AFEF"/>
                </a:solidFill>
                <a:latin typeface="Calibri"/>
                <a:cs typeface="Calibri"/>
              </a:rPr>
              <a:t>Graph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729821" y="9112527"/>
            <a:ext cx="214122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85">
                <a:solidFill>
                  <a:srgbClr val="FFFFFF"/>
                </a:solidFill>
                <a:latin typeface="Calibri"/>
                <a:cs typeface="Calibri"/>
              </a:rPr>
              <a:t>Shows</a:t>
            </a:r>
            <a:r>
              <a:rPr dirty="0" sz="1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 ripple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effect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FFFFFF"/>
                </a:solidFill>
                <a:latin typeface="Calibri"/>
                <a:cs typeface="Calibri"/>
              </a:rPr>
              <a:t>changes</a:t>
            </a:r>
            <a:r>
              <a:rPr dirty="0" sz="18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dirty="0" sz="1800" spc="75">
                <a:solidFill>
                  <a:srgbClr val="FFFFFF"/>
                </a:solidFill>
                <a:latin typeface="Calibri"/>
                <a:cs typeface="Calibri"/>
              </a:rPr>
              <a:t>code,</a:t>
            </a:r>
            <a:r>
              <a:rPr dirty="0" sz="1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configuration,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8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dirty="0" sz="18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parts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dirty="0" sz="1800" spc="60">
                <a:solidFill>
                  <a:srgbClr val="FFFFFF"/>
                </a:solidFill>
                <a:latin typeface="Calibri"/>
                <a:cs typeface="Calibri"/>
              </a:rPr>
              <a:t>system.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245973" y="6840301"/>
            <a:ext cx="288226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110" b="1">
                <a:solidFill>
                  <a:srgbClr val="00AFEF"/>
                </a:solidFill>
                <a:latin typeface="Calibri"/>
                <a:cs typeface="Calibri"/>
              </a:rPr>
              <a:t>Dependency</a:t>
            </a:r>
            <a:r>
              <a:rPr dirty="0" sz="2200" b="1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dirty="0" sz="2200" spc="100" b="1">
                <a:solidFill>
                  <a:srgbClr val="00AFEF"/>
                </a:solidFill>
                <a:latin typeface="Calibri"/>
                <a:cs typeface="Calibri"/>
              </a:rPr>
              <a:t>File</a:t>
            </a:r>
            <a:r>
              <a:rPr dirty="0" sz="2200" spc="-40" b="1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dirty="0" sz="2200" spc="100" b="1">
                <a:solidFill>
                  <a:srgbClr val="00AFEF"/>
                </a:solidFill>
                <a:latin typeface="Calibri"/>
                <a:cs typeface="Calibri"/>
              </a:rPr>
              <a:t>Level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352651" y="9249684"/>
            <a:ext cx="252476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1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60">
                <a:solidFill>
                  <a:srgbClr val="FFFFFF"/>
                </a:solidFill>
                <a:latin typeface="Calibri"/>
                <a:cs typeface="Calibri"/>
              </a:rPr>
              <a:t> visual</a:t>
            </a:r>
            <a:r>
              <a:rPr dirty="0" sz="18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10">
                <a:solidFill>
                  <a:srgbClr val="FFFFFF"/>
                </a:solidFill>
                <a:latin typeface="Calibri"/>
                <a:cs typeface="Calibri"/>
              </a:rPr>
              <a:t>representation</a:t>
            </a:r>
            <a:r>
              <a:rPr dirty="0" sz="18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file-to-file</a:t>
            </a:r>
            <a:r>
              <a:rPr dirty="0" sz="1800" spc="2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FFFFFF"/>
                </a:solidFill>
                <a:latin typeface="Calibri"/>
                <a:cs typeface="Calibri"/>
              </a:rPr>
              <a:t>dependencies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dirty="0" sz="18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8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project.</a:t>
            </a:r>
            <a:r>
              <a:rPr dirty="0" sz="18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18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FFFFFF"/>
                </a:solidFill>
                <a:latin typeface="Calibri"/>
                <a:cs typeface="Calibri"/>
              </a:rPr>
              <a:t>shows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dirty="0" sz="18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r>
              <a:rPr dirty="0" sz="18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import, </a:t>
            </a:r>
            <a:r>
              <a:rPr dirty="0" sz="1800" spc="60">
                <a:solidFill>
                  <a:srgbClr val="FFFFFF"/>
                </a:solidFill>
                <a:latin typeface="Calibri"/>
                <a:cs typeface="Calibri"/>
              </a:rPr>
              <a:t>include,</a:t>
            </a:r>
            <a:r>
              <a:rPr dirty="0" sz="18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reference </a:t>
            </a: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dirty="0" sz="18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FFFFFF"/>
                </a:solidFill>
                <a:latin typeface="Calibri"/>
                <a:cs typeface="Calibri"/>
              </a:rPr>
              <a:t>files.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1891" y="1921461"/>
            <a:ext cx="8095615" cy="1304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265" algn="l"/>
              </a:tabLst>
            </a:pPr>
            <a:r>
              <a:rPr dirty="0" sz="2800">
                <a:solidFill>
                  <a:srgbClr val="548ED4"/>
                </a:solidFill>
                <a:latin typeface="Calibri"/>
                <a:cs typeface="Calibri"/>
              </a:rPr>
              <a:t>Where</a:t>
            </a:r>
            <a:r>
              <a:rPr dirty="0" sz="2800" spc="3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 spc="114">
                <a:solidFill>
                  <a:srgbClr val="548ED4"/>
                </a:solidFill>
                <a:latin typeface="Calibri"/>
                <a:cs typeface="Calibri"/>
              </a:rPr>
              <a:t>does</a:t>
            </a:r>
            <a:r>
              <a:rPr dirty="0" sz="2800" spc="3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 spc="145">
                <a:solidFill>
                  <a:srgbClr val="548ED4"/>
                </a:solidFill>
                <a:latin typeface="Calibri"/>
                <a:cs typeface="Calibri"/>
              </a:rPr>
              <a:t>a</a:t>
            </a:r>
            <a:r>
              <a:rPr dirty="0" sz="2800" spc="25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 spc="70">
                <a:solidFill>
                  <a:srgbClr val="548ED4"/>
                </a:solidFill>
                <a:latin typeface="Calibri"/>
                <a:cs typeface="Calibri"/>
              </a:rPr>
              <a:t>data</a:t>
            </a:r>
            <a:r>
              <a:rPr dirty="0" sz="2800" spc="35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548ED4"/>
                </a:solidFill>
                <a:latin typeface="Calibri"/>
                <a:cs typeface="Calibri"/>
              </a:rPr>
              <a:t>field</a:t>
            </a:r>
            <a:r>
              <a:rPr dirty="0" sz="2800" spc="2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548ED4"/>
                </a:solidFill>
                <a:latin typeface="Calibri"/>
                <a:cs typeface="Calibri"/>
              </a:rPr>
              <a:t>originate?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dirty="0" sz="2800" spc="80">
                <a:solidFill>
                  <a:srgbClr val="548ED4"/>
                </a:solidFill>
                <a:latin typeface="Calibri"/>
                <a:cs typeface="Calibri"/>
              </a:rPr>
              <a:t>Which</a:t>
            </a:r>
            <a:r>
              <a:rPr dirty="0" sz="2800" spc="15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 spc="75">
                <a:solidFill>
                  <a:srgbClr val="548ED4"/>
                </a:solidFill>
                <a:latin typeface="Calibri"/>
                <a:cs typeface="Calibri"/>
              </a:rPr>
              <a:t>functions</a:t>
            </a:r>
            <a:r>
              <a:rPr dirty="0" sz="2800" spc="15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 spc="100">
                <a:solidFill>
                  <a:srgbClr val="548ED4"/>
                </a:solidFill>
                <a:latin typeface="Calibri"/>
                <a:cs typeface="Calibri"/>
              </a:rPr>
              <a:t>and</a:t>
            </a:r>
            <a:r>
              <a:rPr dirty="0" sz="2800" spc="1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 spc="85">
                <a:solidFill>
                  <a:srgbClr val="548ED4"/>
                </a:solidFill>
                <a:latin typeface="Calibri"/>
                <a:cs typeface="Calibri"/>
              </a:rPr>
              <a:t>files</a:t>
            </a:r>
            <a:r>
              <a:rPr dirty="0" sz="2800" spc="1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 spc="135">
                <a:solidFill>
                  <a:srgbClr val="548ED4"/>
                </a:solidFill>
                <a:latin typeface="Calibri"/>
                <a:cs typeface="Calibri"/>
              </a:rPr>
              <a:t>process</a:t>
            </a:r>
            <a:r>
              <a:rPr dirty="0" sz="2800" spc="3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548ED4"/>
                </a:solidFill>
                <a:latin typeface="Calibri"/>
                <a:cs typeface="Calibri"/>
              </a:rPr>
              <a:t>or</a:t>
            </a:r>
            <a:r>
              <a:rPr dirty="0" sz="2800" spc="15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548ED4"/>
                </a:solidFill>
                <a:latin typeface="Calibri"/>
                <a:cs typeface="Calibri"/>
              </a:rPr>
              <a:t>transform</a:t>
            </a:r>
            <a:r>
              <a:rPr dirty="0" sz="2800" spc="2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548ED4"/>
                </a:solidFill>
                <a:latin typeface="Calibri"/>
                <a:cs typeface="Calibri"/>
              </a:rPr>
              <a:t>it?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Arial"/>
              <a:buChar char="•"/>
              <a:tabLst>
                <a:tab pos="469265" algn="l"/>
              </a:tabLst>
            </a:pPr>
            <a:r>
              <a:rPr dirty="0" sz="2800">
                <a:solidFill>
                  <a:srgbClr val="548ED4"/>
                </a:solidFill>
                <a:latin typeface="Calibri"/>
                <a:cs typeface="Calibri"/>
              </a:rPr>
              <a:t>What</a:t>
            </a:r>
            <a:r>
              <a:rPr dirty="0" sz="2800" spc="-25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 spc="140">
                <a:solidFill>
                  <a:srgbClr val="548ED4"/>
                </a:solidFill>
                <a:latin typeface="Calibri"/>
                <a:cs typeface="Calibri"/>
              </a:rPr>
              <a:t>is</a:t>
            </a:r>
            <a:r>
              <a:rPr dirty="0" sz="2800" spc="-15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548ED4"/>
                </a:solidFill>
                <a:latin typeface="Calibri"/>
                <a:cs typeface="Calibri"/>
              </a:rPr>
              <a:t>the</a:t>
            </a:r>
            <a:r>
              <a:rPr dirty="0" sz="2800" spc="-1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 spc="65">
                <a:solidFill>
                  <a:srgbClr val="548ED4"/>
                </a:solidFill>
                <a:latin typeface="Calibri"/>
                <a:cs typeface="Calibri"/>
              </a:rPr>
              <a:t>downstream</a:t>
            </a:r>
            <a:r>
              <a:rPr dirty="0" sz="2800" spc="5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 spc="100">
                <a:solidFill>
                  <a:srgbClr val="548ED4"/>
                </a:solidFill>
                <a:latin typeface="Calibri"/>
                <a:cs typeface="Calibri"/>
              </a:rPr>
              <a:t>impact</a:t>
            </a:r>
            <a:r>
              <a:rPr dirty="0" sz="2800" spc="-2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548ED4"/>
                </a:solidFill>
                <a:latin typeface="Calibri"/>
                <a:cs typeface="Calibri"/>
              </a:rPr>
              <a:t>if</a:t>
            </a:r>
            <a:r>
              <a:rPr dirty="0" sz="2800" spc="-25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548ED4"/>
                </a:solidFill>
                <a:latin typeface="Calibri"/>
                <a:cs typeface="Calibri"/>
              </a:rPr>
              <a:t>it</a:t>
            </a:r>
            <a:r>
              <a:rPr dirty="0" sz="2800" spc="-2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dirty="0" sz="2800" spc="110">
                <a:solidFill>
                  <a:srgbClr val="548ED4"/>
                </a:solidFill>
                <a:latin typeface="Calibri"/>
                <a:cs typeface="Calibri"/>
              </a:rPr>
              <a:t>changes?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99483" y="6365078"/>
            <a:ext cx="309816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75">
                <a:solidFill>
                  <a:srgbClr val="FFFFFF"/>
                </a:solidFill>
                <a:latin typeface="Calibri"/>
                <a:cs typeface="Calibri"/>
              </a:rPr>
              <a:t>Function-</a:t>
            </a:r>
            <a:r>
              <a:rPr dirty="0" sz="2500" spc="8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dirty="0" sz="25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75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75253" y="3600612"/>
            <a:ext cx="206184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85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5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70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r>
              <a:rPr dirty="0" sz="2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25">
                <a:solidFill>
                  <a:srgbClr val="FFFFFF"/>
                </a:solidFill>
                <a:latin typeface="Calibri"/>
                <a:cs typeface="Calibri"/>
              </a:rPr>
              <a:t>Map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37442" y="4852673"/>
            <a:ext cx="1764664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75">
                <a:solidFill>
                  <a:srgbClr val="FFFFFF"/>
                </a:solidFill>
                <a:latin typeface="Calibri"/>
                <a:cs typeface="Calibri"/>
              </a:rPr>
              <a:t>Dependency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37340" y="4813381"/>
            <a:ext cx="220154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85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r>
              <a:rPr dirty="0" sz="25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8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598547" y="3830796"/>
            <a:ext cx="1298575" cy="1012190"/>
          </a:xfrm>
          <a:custGeom>
            <a:avLst/>
            <a:gdLst/>
            <a:ahLst/>
            <a:cxnLst/>
            <a:rect l="l" t="t" r="r" b="b"/>
            <a:pathLst>
              <a:path w="1298575" h="1012189">
                <a:moveTo>
                  <a:pt x="-65" y="933742"/>
                </a:moveTo>
                <a:lnTo>
                  <a:pt x="33207" y="1012099"/>
                </a:lnTo>
                <a:lnTo>
                  <a:pt x="69648" y="949490"/>
                </a:lnTo>
                <a:lnTo>
                  <a:pt x="43494" y="949490"/>
                </a:lnTo>
                <a:lnTo>
                  <a:pt x="30921" y="948093"/>
                </a:lnTo>
                <a:lnTo>
                  <a:pt x="32141" y="936594"/>
                </a:lnTo>
                <a:lnTo>
                  <a:pt x="32227" y="935791"/>
                </a:lnTo>
                <a:lnTo>
                  <a:pt x="-65" y="933742"/>
                </a:lnTo>
                <a:close/>
              </a:path>
              <a:path w="1298575" h="1012189">
                <a:moveTo>
                  <a:pt x="32227" y="935791"/>
                </a:moveTo>
                <a:lnTo>
                  <a:pt x="30921" y="948093"/>
                </a:lnTo>
                <a:lnTo>
                  <a:pt x="43494" y="949490"/>
                </a:lnTo>
                <a:lnTo>
                  <a:pt x="44897" y="936594"/>
                </a:lnTo>
                <a:lnTo>
                  <a:pt x="32227" y="935791"/>
                </a:lnTo>
                <a:close/>
              </a:path>
              <a:path w="1298575" h="1012189">
                <a:moveTo>
                  <a:pt x="44897" y="936594"/>
                </a:moveTo>
                <a:lnTo>
                  <a:pt x="43494" y="949490"/>
                </a:lnTo>
                <a:lnTo>
                  <a:pt x="69648" y="949490"/>
                </a:lnTo>
                <a:lnTo>
                  <a:pt x="76005" y="938568"/>
                </a:lnTo>
                <a:lnTo>
                  <a:pt x="44897" y="936594"/>
                </a:lnTo>
                <a:close/>
              </a:path>
              <a:path w="1298575" h="1012189">
                <a:moveTo>
                  <a:pt x="1298222" y="188"/>
                </a:moveTo>
                <a:lnTo>
                  <a:pt x="1238788" y="1585"/>
                </a:lnTo>
                <a:lnTo>
                  <a:pt x="1179353" y="6030"/>
                </a:lnTo>
                <a:lnTo>
                  <a:pt x="1119218" y="13269"/>
                </a:lnTo>
                <a:lnTo>
                  <a:pt x="1119354" y="13269"/>
                </a:lnTo>
                <a:lnTo>
                  <a:pt x="1090709" y="17714"/>
                </a:lnTo>
                <a:lnTo>
                  <a:pt x="1032037" y="28763"/>
                </a:lnTo>
                <a:lnTo>
                  <a:pt x="973872" y="42351"/>
                </a:lnTo>
                <a:lnTo>
                  <a:pt x="916470" y="58480"/>
                </a:lnTo>
                <a:lnTo>
                  <a:pt x="859829" y="76895"/>
                </a:lnTo>
                <a:lnTo>
                  <a:pt x="776392" y="108771"/>
                </a:lnTo>
                <a:lnTo>
                  <a:pt x="722038" y="132773"/>
                </a:lnTo>
                <a:lnTo>
                  <a:pt x="668953" y="158680"/>
                </a:lnTo>
                <a:lnTo>
                  <a:pt x="617138" y="186620"/>
                </a:lnTo>
                <a:lnTo>
                  <a:pt x="566594" y="216337"/>
                </a:lnTo>
                <a:lnTo>
                  <a:pt x="517700" y="247832"/>
                </a:lnTo>
                <a:lnTo>
                  <a:pt x="470457" y="281105"/>
                </a:lnTo>
                <a:lnTo>
                  <a:pt x="424738" y="315776"/>
                </a:lnTo>
                <a:lnTo>
                  <a:pt x="381051" y="352097"/>
                </a:lnTo>
                <a:lnTo>
                  <a:pt x="339269" y="389688"/>
                </a:lnTo>
                <a:lnTo>
                  <a:pt x="299519" y="428676"/>
                </a:lnTo>
                <a:lnTo>
                  <a:pt x="262055" y="468807"/>
                </a:lnTo>
                <a:lnTo>
                  <a:pt x="227004" y="510081"/>
                </a:lnTo>
                <a:lnTo>
                  <a:pt x="194239" y="552371"/>
                </a:lnTo>
                <a:lnTo>
                  <a:pt x="164014" y="595549"/>
                </a:lnTo>
                <a:lnTo>
                  <a:pt x="136582" y="639744"/>
                </a:lnTo>
                <a:lnTo>
                  <a:pt x="111818" y="684574"/>
                </a:lnTo>
                <a:lnTo>
                  <a:pt x="90102" y="730039"/>
                </a:lnTo>
                <a:lnTo>
                  <a:pt x="71179" y="776139"/>
                </a:lnTo>
                <a:lnTo>
                  <a:pt x="55558" y="822747"/>
                </a:lnTo>
                <a:lnTo>
                  <a:pt x="43113" y="869736"/>
                </a:lnTo>
                <a:lnTo>
                  <a:pt x="34223" y="916978"/>
                </a:lnTo>
                <a:lnTo>
                  <a:pt x="32227" y="935791"/>
                </a:lnTo>
                <a:lnTo>
                  <a:pt x="44897" y="936594"/>
                </a:lnTo>
                <a:lnTo>
                  <a:pt x="46796" y="919137"/>
                </a:lnTo>
                <a:lnTo>
                  <a:pt x="50733" y="895770"/>
                </a:lnTo>
                <a:lnTo>
                  <a:pt x="61146" y="849543"/>
                </a:lnTo>
                <a:lnTo>
                  <a:pt x="74989" y="803570"/>
                </a:lnTo>
                <a:lnTo>
                  <a:pt x="91880" y="757978"/>
                </a:lnTo>
                <a:lnTo>
                  <a:pt x="111818" y="712894"/>
                </a:lnTo>
                <a:lnTo>
                  <a:pt x="134804" y="668319"/>
                </a:lnTo>
                <a:lnTo>
                  <a:pt x="160585" y="624378"/>
                </a:lnTo>
                <a:lnTo>
                  <a:pt x="189032" y="581199"/>
                </a:lnTo>
                <a:lnTo>
                  <a:pt x="220273" y="539036"/>
                </a:lnTo>
                <a:lnTo>
                  <a:pt x="253800" y="497635"/>
                </a:lnTo>
                <a:lnTo>
                  <a:pt x="289741" y="457377"/>
                </a:lnTo>
                <a:lnTo>
                  <a:pt x="347778" y="399085"/>
                </a:lnTo>
                <a:lnTo>
                  <a:pt x="389179" y="361875"/>
                </a:lnTo>
                <a:lnTo>
                  <a:pt x="432485" y="325935"/>
                </a:lnTo>
                <a:lnTo>
                  <a:pt x="477696" y="291519"/>
                </a:lnTo>
                <a:lnTo>
                  <a:pt x="524558" y="258627"/>
                </a:lnTo>
                <a:lnTo>
                  <a:pt x="573070" y="227259"/>
                </a:lnTo>
                <a:lnTo>
                  <a:pt x="623107" y="197796"/>
                </a:lnTo>
                <a:lnTo>
                  <a:pt x="674541" y="170110"/>
                </a:lnTo>
                <a:lnTo>
                  <a:pt x="727244" y="144330"/>
                </a:lnTo>
                <a:lnTo>
                  <a:pt x="781091" y="120708"/>
                </a:lnTo>
                <a:lnTo>
                  <a:pt x="836081" y="98992"/>
                </a:lnTo>
                <a:lnTo>
                  <a:pt x="891832" y="79561"/>
                </a:lnTo>
                <a:lnTo>
                  <a:pt x="948346" y="62417"/>
                </a:lnTo>
                <a:lnTo>
                  <a:pt x="1005621" y="47685"/>
                </a:lnTo>
                <a:lnTo>
                  <a:pt x="1063532" y="35367"/>
                </a:lnTo>
                <a:lnTo>
                  <a:pt x="1121823" y="25715"/>
                </a:lnTo>
                <a:lnTo>
                  <a:pt x="1180496" y="18730"/>
                </a:lnTo>
                <a:lnTo>
                  <a:pt x="1239296" y="14285"/>
                </a:lnTo>
                <a:lnTo>
                  <a:pt x="1298349" y="12888"/>
                </a:lnTo>
                <a:lnTo>
                  <a:pt x="1298226" y="569"/>
                </a:lnTo>
                <a:lnTo>
                  <a:pt x="1298222" y="188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625521" y="5279002"/>
            <a:ext cx="5108575" cy="1074420"/>
          </a:xfrm>
          <a:custGeom>
            <a:avLst/>
            <a:gdLst/>
            <a:ahLst/>
            <a:cxnLst/>
            <a:rect l="l" t="t" r="r" b="b"/>
            <a:pathLst>
              <a:path w="5108575" h="1074420">
                <a:moveTo>
                  <a:pt x="5108194" y="82550"/>
                </a:moveTo>
                <a:lnTo>
                  <a:pt x="5102580" y="60706"/>
                </a:lnTo>
                <a:lnTo>
                  <a:pt x="5086985" y="0"/>
                </a:lnTo>
                <a:lnTo>
                  <a:pt x="5033772" y="66421"/>
                </a:lnTo>
                <a:lnTo>
                  <a:pt x="5064747" y="73139"/>
                </a:lnTo>
                <a:lnTo>
                  <a:pt x="5068316" y="73914"/>
                </a:lnTo>
                <a:lnTo>
                  <a:pt x="5064506" y="73914"/>
                </a:lnTo>
                <a:lnTo>
                  <a:pt x="5064303" y="73914"/>
                </a:lnTo>
                <a:lnTo>
                  <a:pt x="5045583" y="109093"/>
                </a:lnTo>
                <a:lnTo>
                  <a:pt x="5018913" y="145161"/>
                </a:lnTo>
                <a:lnTo>
                  <a:pt x="4985385" y="180721"/>
                </a:lnTo>
                <a:lnTo>
                  <a:pt x="4945380" y="215646"/>
                </a:lnTo>
                <a:lnTo>
                  <a:pt x="4899291" y="249555"/>
                </a:lnTo>
                <a:lnTo>
                  <a:pt x="4865382" y="271653"/>
                </a:lnTo>
                <a:lnTo>
                  <a:pt x="4829060" y="293116"/>
                </a:lnTo>
                <a:lnTo>
                  <a:pt x="4770259" y="324358"/>
                </a:lnTo>
                <a:lnTo>
                  <a:pt x="4728222" y="344170"/>
                </a:lnTo>
                <a:lnTo>
                  <a:pt x="4684407" y="363347"/>
                </a:lnTo>
                <a:lnTo>
                  <a:pt x="4638560" y="381762"/>
                </a:lnTo>
                <a:lnTo>
                  <a:pt x="4591062" y="399415"/>
                </a:lnTo>
                <a:lnTo>
                  <a:pt x="4541913" y="416052"/>
                </a:lnTo>
                <a:lnTo>
                  <a:pt x="4491113" y="431800"/>
                </a:lnTo>
                <a:lnTo>
                  <a:pt x="4439043" y="446659"/>
                </a:lnTo>
                <a:lnTo>
                  <a:pt x="4385589" y="460502"/>
                </a:lnTo>
                <a:lnTo>
                  <a:pt x="4330979" y="473202"/>
                </a:lnTo>
                <a:lnTo>
                  <a:pt x="4275353" y="484632"/>
                </a:lnTo>
                <a:lnTo>
                  <a:pt x="4218838" y="495173"/>
                </a:lnTo>
                <a:lnTo>
                  <a:pt x="4161307" y="504177"/>
                </a:lnTo>
                <a:lnTo>
                  <a:pt x="4103268" y="512178"/>
                </a:lnTo>
                <a:lnTo>
                  <a:pt x="4044594" y="518655"/>
                </a:lnTo>
                <a:lnTo>
                  <a:pt x="3985412" y="523862"/>
                </a:lnTo>
                <a:lnTo>
                  <a:pt x="3925976" y="527672"/>
                </a:lnTo>
                <a:lnTo>
                  <a:pt x="3866172" y="529958"/>
                </a:lnTo>
                <a:lnTo>
                  <a:pt x="3735997" y="531355"/>
                </a:lnTo>
                <a:lnTo>
                  <a:pt x="3742867" y="531355"/>
                </a:lnTo>
                <a:lnTo>
                  <a:pt x="3685959" y="533641"/>
                </a:lnTo>
                <a:lnTo>
                  <a:pt x="3626015" y="537451"/>
                </a:lnTo>
                <a:lnTo>
                  <a:pt x="3566706" y="542658"/>
                </a:lnTo>
                <a:lnTo>
                  <a:pt x="3507651" y="549262"/>
                </a:lnTo>
                <a:lnTo>
                  <a:pt x="3449231" y="557263"/>
                </a:lnTo>
                <a:lnTo>
                  <a:pt x="3391585" y="566534"/>
                </a:lnTo>
                <a:lnTo>
                  <a:pt x="3334689" y="576948"/>
                </a:lnTo>
                <a:lnTo>
                  <a:pt x="3278809" y="588505"/>
                </a:lnTo>
                <a:lnTo>
                  <a:pt x="3223818" y="601332"/>
                </a:lnTo>
                <a:lnTo>
                  <a:pt x="3170224" y="615175"/>
                </a:lnTo>
                <a:lnTo>
                  <a:pt x="3117773" y="630161"/>
                </a:lnTo>
                <a:lnTo>
                  <a:pt x="3066719" y="645909"/>
                </a:lnTo>
                <a:lnTo>
                  <a:pt x="3017189" y="662800"/>
                </a:lnTo>
                <a:lnTo>
                  <a:pt x="2969310" y="680453"/>
                </a:lnTo>
                <a:lnTo>
                  <a:pt x="2923082" y="699122"/>
                </a:lnTo>
                <a:lnTo>
                  <a:pt x="2879026" y="718426"/>
                </a:lnTo>
                <a:lnTo>
                  <a:pt x="2836735" y="738492"/>
                </a:lnTo>
                <a:lnTo>
                  <a:pt x="2796476" y="759320"/>
                </a:lnTo>
                <a:lnTo>
                  <a:pt x="2758414" y="780910"/>
                </a:lnTo>
                <a:lnTo>
                  <a:pt x="2722943" y="802754"/>
                </a:lnTo>
                <a:lnTo>
                  <a:pt x="2689796" y="825487"/>
                </a:lnTo>
                <a:lnTo>
                  <a:pt x="2659189" y="848601"/>
                </a:lnTo>
                <a:lnTo>
                  <a:pt x="2618168" y="884288"/>
                </a:lnTo>
                <a:lnTo>
                  <a:pt x="2583878" y="920864"/>
                </a:lnTo>
                <a:lnTo>
                  <a:pt x="2556192" y="958329"/>
                </a:lnTo>
                <a:lnTo>
                  <a:pt x="2537383" y="993203"/>
                </a:lnTo>
                <a:lnTo>
                  <a:pt x="2513901" y="998575"/>
                </a:lnTo>
                <a:lnTo>
                  <a:pt x="2510091" y="987539"/>
                </a:lnTo>
                <a:lnTo>
                  <a:pt x="2509964" y="987285"/>
                </a:lnTo>
                <a:lnTo>
                  <a:pt x="2509837" y="986904"/>
                </a:lnTo>
                <a:lnTo>
                  <a:pt x="2487231" y="950074"/>
                </a:lnTo>
                <a:lnTo>
                  <a:pt x="2457894" y="914514"/>
                </a:lnTo>
                <a:lnTo>
                  <a:pt x="2421826" y="879589"/>
                </a:lnTo>
                <a:lnTo>
                  <a:pt x="2379548" y="845553"/>
                </a:lnTo>
                <a:lnTo>
                  <a:pt x="2348179" y="823582"/>
                </a:lnTo>
                <a:lnTo>
                  <a:pt x="2314397" y="802119"/>
                </a:lnTo>
                <a:lnTo>
                  <a:pt x="2278202" y="781291"/>
                </a:lnTo>
                <a:lnTo>
                  <a:pt x="2219655" y="750938"/>
                </a:lnTo>
                <a:lnTo>
                  <a:pt x="2178126" y="731634"/>
                </a:lnTo>
                <a:lnTo>
                  <a:pt x="2134565" y="712965"/>
                </a:lnTo>
                <a:lnTo>
                  <a:pt x="2089226" y="695185"/>
                </a:lnTo>
                <a:lnTo>
                  <a:pt x="2042236" y="678294"/>
                </a:lnTo>
                <a:lnTo>
                  <a:pt x="1993468" y="662038"/>
                </a:lnTo>
                <a:lnTo>
                  <a:pt x="1943303" y="646798"/>
                </a:lnTo>
                <a:lnTo>
                  <a:pt x="1891753" y="632447"/>
                </a:lnTo>
                <a:lnTo>
                  <a:pt x="1838921" y="619112"/>
                </a:lnTo>
                <a:lnTo>
                  <a:pt x="1784946" y="606920"/>
                </a:lnTo>
                <a:lnTo>
                  <a:pt x="1729828" y="595744"/>
                </a:lnTo>
                <a:lnTo>
                  <a:pt x="1673948" y="585711"/>
                </a:lnTo>
                <a:lnTo>
                  <a:pt x="1617179" y="576821"/>
                </a:lnTo>
                <a:lnTo>
                  <a:pt x="1559775" y="569201"/>
                </a:lnTo>
                <a:lnTo>
                  <a:pt x="1501736" y="562851"/>
                </a:lnTo>
                <a:lnTo>
                  <a:pt x="1443189" y="557771"/>
                </a:lnTo>
                <a:lnTo>
                  <a:pt x="1384401" y="554215"/>
                </a:lnTo>
                <a:lnTo>
                  <a:pt x="1325346" y="552056"/>
                </a:lnTo>
                <a:lnTo>
                  <a:pt x="1265910" y="550786"/>
                </a:lnTo>
                <a:lnTo>
                  <a:pt x="1207109" y="550151"/>
                </a:lnTo>
                <a:lnTo>
                  <a:pt x="1148435" y="547992"/>
                </a:lnTo>
                <a:lnTo>
                  <a:pt x="1089888" y="544436"/>
                </a:lnTo>
                <a:lnTo>
                  <a:pt x="1031722" y="539483"/>
                </a:lnTo>
                <a:lnTo>
                  <a:pt x="973937" y="533133"/>
                </a:lnTo>
                <a:lnTo>
                  <a:pt x="916787" y="525640"/>
                </a:lnTo>
                <a:lnTo>
                  <a:pt x="860412" y="516750"/>
                </a:lnTo>
                <a:lnTo>
                  <a:pt x="804786" y="506717"/>
                </a:lnTo>
                <a:lnTo>
                  <a:pt x="750049" y="495808"/>
                </a:lnTo>
                <a:lnTo>
                  <a:pt x="696328" y="483489"/>
                </a:lnTo>
                <a:lnTo>
                  <a:pt x="643877" y="470281"/>
                </a:lnTo>
                <a:lnTo>
                  <a:pt x="592569" y="456057"/>
                </a:lnTo>
                <a:lnTo>
                  <a:pt x="542658" y="440944"/>
                </a:lnTo>
                <a:lnTo>
                  <a:pt x="494271" y="424942"/>
                </a:lnTo>
                <a:lnTo>
                  <a:pt x="447535" y="408051"/>
                </a:lnTo>
                <a:lnTo>
                  <a:pt x="402450" y="390271"/>
                </a:lnTo>
                <a:lnTo>
                  <a:pt x="359410" y="371856"/>
                </a:lnTo>
                <a:lnTo>
                  <a:pt x="318262" y="352806"/>
                </a:lnTo>
                <a:lnTo>
                  <a:pt x="279019" y="332994"/>
                </a:lnTo>
                <a:lnTo>
                  <a:pt x="242062" y="312547"/>
                </a:lnTo>
                <a:lnTo>
                  <a:pt x="207518" y="291592"/>
                </a:lnTo>
                <a:lnTo>
                  <a:pt x="175387" y="270256"/>
                </a:lnTo>
                <a:lnTo>
                  <a:pt x="131953" y="237236"/>
                </a:lnTo>
                <a:lnTo>
                  <a:pt x="94742" y="203581"/>
                </a:lnTo>
                <a:lnTo>
                  <a:pt x="64135" y="169164"/>
                </a:lnTo>
                <a:lnTo>
                  <a:pt x="40259" y="134366"/>
                </a:lnTo>
                <a:lnTo>
                  <a:pt x="23622" y="99568"/>
                </a:lnTo>
                <a:lnTo>
                  <a:pt x="13271" y="53467"/>
                </a:lnTo>
                <a:lnTo>
                  <a:pt x="13208" y="52959"/>
                </a:lnTo>
                <a:lnTo>
                  <a:pt x="12725" y="41402"/>
                </a:lnTo>
                <a:lnTo>
                  <a:pt x="12700" y="40894"/>
                </a:lnTo>
                <a:lnTo>
                  <a:pt x="0" y="41402"/>
                </a:lnTo>
                <a:lnTo>
                  <a:pt x="495" y="52959"/>
                </a:lnTo>
                <a:lnTo>
                  <a:pt x="508" y="53467"/>
                </a:lnTo>
                <a:lnTo>
                  <a:pt x="7493" y="91186"/>
                </a:lnTo>
                <a:lnTo>
                  <a:pt x="22479" y="128270"/>
                </a:lnTo>
                <a:lnTo>
                  <a:pt x="44831" y="164719"/>
                </a:lnTo>
                <a:lnTo>
                  <a:pt x="74295" y="200533"/>
                </a:lnTo>
                <a:lnTo>
                  <a:pt x="110363" y="235458"/>
                </a:lnTo>
                <a:lnTo>
                  <a:pt x="152654" y="269367"/>
                </a:lnTo>
                <a:lnTo>
                  <a:pt x="184086" y="291592"/>
                </a:lnTo>
                <a:lnTo>
                  <a:pt x="217805" y="312928"/>
                </a:lnTo>
                <a:lnTo>
                  <a:pt x="254000" y="333883"/>
                </a:lnTo>
                <a:lnTo>
                  <a:pt x="312420" y="364109"/>
                </a:lnTo>
                <a:lnTo>
                  <a:pt x="353949" y="383413"/>
                </a:lnTo>
                <a:lnTo>
                  <a:pt x="397497" y="401955"/>
                </a:lnTo>
                <a:lnTo>
                  <a:pt x="442963" y="419862"/>
                </a:lnTo>
                <a:lnTo>
                  <a:pt x="489953" y="436880"/>
                </a:lnTo>
                <a:lnTo>
                  <a:pt x="538721" y="453009"/>
                </a:lnTo>
                <a:lnTo>
                  <a:pt x="588886" y="468249"/>
                </a:lnTo>
                <a:lnTo>
                  <a:pt x="640448" y="482600"/>
                </a:lnTo>
                <a:lnTo>
                  <a:pt x="693280" y="495808"/>
                </a:lnTo>
                <a:lnTo>
                  <a:pt x="747255" y="508114"/>
                </a:lnTo>
                <a:lnTo>
                  <a:pt x="802246" y="519290"/>
                </a:lnTo>
                <a:lnTo>
                  <a:pt x="858126" y="529196"/>
                </a:lnTo>
                <a:lnTo>
                  <a:pt x="914882" y="538086"/>
                </a:lnTo>
                <a:lnTo>
                  <a:pt x="972286" y="545833"/>
                </a:lnTo>
                <a:lnTo>
                  <a:pt x="1030325" y="552056"/>
                </a:lnTo>
                <a:lnTo>
                  <a:pt x="1088745" y="557009"/>
                </a:lnTo>
                <a:lnTo>
                  <a:pt x="1147546" y="560692"/>
                </a:lnTo>
                <a:lnTo>
                  <a:pt x="1206601" y="562851"/>
                </a:lnTo>
                <a:lnTo>
                  <a:pt x="1325092" y="564629"/>
                </a:lnTo>
                <a:lnTo>
                  <a:pt x="1383893" y="566915"/>
                </a:lnTo>
                <a:lnTo>
                  <a:pt x="1442427" y="570471"/>
                </a:lnTo>
                <a:lnTo>
                  <a:pt x="1500593" y="575551"/>
                </a:lnTo>
                <a:lnTo>
                  <a:pt x="1558378" y="581774"/>
                </a:lnTo>
                <a:lnTo>
                  <a:pt x="1615528" y="589394"/>
                </a:lnTo>
                <a:lnTo>
                  <a:pt x="1672043" y="598284"/>
                </a:lnTo>
                <a:lnTo>
                  <a:pt x="1727542" y="608190"/>
                </a:lnTo>
                <a:lnTo>
                  <a:pt x="1782406" y="619366"/>
                </a:lnTo>
                <a:lnTo>
                  <a:pt x="1836127" y="631558"/>
                </a:lnTo>
                <a:lnTo>
                  <a:pt x="1888578" y="644766"/>
                </a:lnTo>
                <a:lnTo>
                  <a:pt x="1939874" y="658990"/>
                </a:lnTo>
                <a:lnTo>
                  <a:pt x="1989785" y="674103"/>
                </a:lnTo>
                <a:lnTo>
                  <a:pt x="2038172" y="690232"/>
                </a:lnTo>
                <a:lnTo>
                  <a:pt x="2084908" y="707250"/>
                </a:lnTo>
                <a:lnTo>
                  <a:pt x="2129993" y="724903"/>
                </a:lnTo>
                <a:lnTo>
                  <a:pt x="2173173" y="743318"/>
                </a:lnTo>
                <a:lnTo>
                  <a:pt x="2214321" y="762495"/>
                </a:lnTo>
                <a:lnTo>
                  <a:pt x="2253437" y="782307"/>
                </a:lnTo>
                <a:lnTo>
                  <a:pt x="2290267" y="802627"/>
                </a:lnTo>
                <a:lnTo>
                  <a:pt x="2324811" y="823582"/>
                </a:lnTo>
                <a:lnTo>
                  <a:pt x="2356942" y="845045"/>
                </a:lnTo>
                <a:lnTo>
                  <a:pt x="2400363" y="878065"/>
                </a:lnTo>
                <a:lnTo>
                  <a:pt x="2437701" y="911847"/>
                </a:lnTo>
                <a:lnTo>
                  <a:pt x="2468308" y="946264"/>
                </a:lnTo>
                <a:lnTo>
                  <a:pt x="2492311" y="980935"/>
                </a:lnTo>
                <a:lnTo>
                  <a:pt x="2497798" y="991222"/>
                </a:lnTo>
                <a:lnTo>
                  <a:pt x="2498153" y="991730"/>
                </a:lnTo>
                <a:lnTo>
                  <a:pt x="2498356" y="992200"/>
                </a:lnTo>
                <a:lnTo>
                  <a:pt x="2498458" y="992619"/>
                </a:lnTo>
                <a:lnTo>
                  <a:pt x="2501442" y="1001433"/>
                </a:lnTo>
                <a:lnTo>
                  <a:pt x="2471737" y="1008227"/>
                </a:lnTo>
                <a:lnTo>
                  <a:pt x="2519413" y="1066088"/>
                </a:lnTo>
                <a:lnTo>
                  <a:pt x="2519108" y="1073886"/>
                </a:lnTo>
                <a:lnTo>
                  <a:pt x="2531808" y="1074394"/>
                </a:lnTo>
                <a:lnTo>
                  <a:pt x="2532316" y="1061821"/>
                </a:lnTo>
                <a:lnTo>
                  <a:pt x="2533586" y="1049629"/>
                </a:lnTo>
                <a:lnTo>
                  <a:pt x="2547810" y="1001128"/>
                </a:lnTo>
                <a:lnTo>
                  <a:pt x="2567114" y="964933"/>
                </a:lnTo>
                <a:lnTo>
                  <a:pt x="2593784" y="928865"/>
                </a:lnTo>
                <a:lnTo>
                  <a:pt x="2627185" y="893305"/>
                </a:lnTo>
                <a:lnTo>
                  <a:pt x="2667190" y="858380"/>
                </a:lnTo>
                <a:lnTo>
                  <a:pt x="2713291" y="824598"/>
                </a:lnTo>
                <a:lnTo>
                  <a:pt x="2747327" y="802373"/>
                </a:lnTo>
                <a:lnTo>
                  <a:pt x="2783649" y="780910"/>
                </a:lnTo>
                <a:lnTo>
                  <a:pt x="2842450" y="749795"/>
                </a:lnTo>
                <a:lnTo>
                  <a:pt x="2884360" y="729856"/>
                </a:lnTo>
                <a:lnTo>
                  <a:pt x="2928289" y="710806"/>
                </a:lnTo>
                <a:lnTo>
                  <a:pt x="2974009" y="692264"/>
                </a:lnTo>
                <a:lnTo>
                  <a:pt x="3021634" y="674738"/>
                </a:lnTo>
                <a:lnTo>
                  <a:pt x="3070783" y="657974"/>
                </a:lnTo>
                <a:lnTo>
                  <a:pt x="3121456" y="642226"/>
                </a:lnTo>
                <a:lnTo>
                  <a:pt x="3173653" y="627367"/>
                </a:lnTo>
                <a:lnTo>
                  <a:pt x="3226993" y="613651"/>
                </a:lnTo>
                <a:lnTo>
                  <a:pt x="3281603" y="600951"/>
                </a:lnTo>
                <a:lnTo>
                  <a:pt x="3337356" y="589267"/>
                </a:lnTo>
                <a:lnTo>
                  <a:pt x="3393871" y="578980"/>
                </a:lnTo>
                <a:lnTo>
                  <a:pt x="3451263" y="569709"/>
                </a:lnTo>
                <a:lnTo>
                  <a:pt x="3509302" y="561835"/>
                </a:lnTo>
                <a:lnTo>
                  <a:pt x="3568103" y="555358"/>
                </a:lnTo>
                <a:lnTo>
                  <a:pt x="3627158" y="550151"/>
                </a:lnTo>
                <a:lnTo>
                  <a:pt x="3686721" y="546341"/>
                </a:lnTo>
                <a:lnTo>
                  <a:pt x="3746538" y="543928"/>
                </a:lnTo>
                <a:lnTo>
                  <a:pt x="3866299" y="542658"/>
                </a:lnTo>
                <a:lnTo>
                  <a:pt x="3926357" y="540372"/>
                </a:lnTo>
                <a:lnTo>
                  <a:pt x="3986174" y="536562"/>
                </a:lnTo>
                <a:lnTo>
                  <a:pt x="4045737" y="531355"/>
                </a:lnTo>
                <a:lnTo>
                  <a:pt x="4104665" y="524751"/>
                </a:lnTo>
                <a:lnTo>
                  <a:pt x="4163085" y="516877"/>
                </a:lnTo>
                <a:lnTo>
                  <a:pt x="4220870" y="507606"/>
                </a:lnTo>
                <a:lnTo>
                  <a:pt x="4277639" y="497205"/>
                </a:lnTo>
                <a:lnTo>
                  <a:pt x="4333646" y="485648"/>
                </a:lnTo>
                <a:lnTo>
                  <a:pt x="4388510" y="472821"/>
                </a:lnTo>
                <a:lnTo>
                  <a:pt x="4442218" y="458978"/>
                </a:lnTo>
                <a:lnTo>
                  <a:pt x="4494669" y="444119"/>
                </a:lnTo>
                <a:lnTo>
                  <a:pt x="4545596" y="428244"/>
                </a:lnTo>
                <a:lnTo>
                  <a:pt x="4595126" y="411353"/>
                </a:lnTo>
                <a:lnTo>
                  <a:pt x="4643005" y="393700"/>
                </a:lnTo>
                <a:lnTo>
                  <a:pt x="4689233" y="375158"/>
                </a:lnTo>
                <a:lnTo>
                  <a:pt x="4733429" y="355854"/>
                </a:lnTo>
                <a:lnTo>
                  <a:pt x="4775593" y="335788"/>
                </a:lnTo>
                <a:lnTo>
                  <a:pt x="4815852" y="314960"/>
                </a:lnTo>
                <a:lnTo>
                  <a:pt x="4853825" y="293497"/>
                </a:lnTo>
                <a:lnTo>
                  <a:pt x="4889385" y="271399"/>
                </a:lnTo>
                <a:lnTo>
                  <a:pt x="4922647" y="248793"/>
                </a:lnTo>
                <a:lnTo>
                  <a:pt x="4953254" y="225552"/>
                </a:lnTo>
                <a:lnTo>
                  <a:pt x="4994021" y="189992"/>
                </a:lnTo>
                <a:lnTo>
                  <a:pt x="5028438" y="153543"/>
                </a:lnTo>
                <a:lnTo>
                  <a:pt x="5056124" y="116078"/>
                </a:lnTo>
                <a:lnTo>
                  <a:pt x="5076444" y="77978"/>
                </a:lnTo>
                <a:lnTo>
                  <a:pt x="5076571" y="77597"/>
                </a:lnTo>
                <a:lnTo>
                  <a:pt x="5076698" y="77216"/>
                </a:lnTo>
                <a:lnTo>
                  <a:pt x="5077041" y="75806"/>
                </a:lnTo>
                <a:lnTo>
                  <a:pt x="5108194" y="8255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357873" y="3800951"/>
            <a:ext cx="1360805" cy="1001394"/>
          </a:xfrm>
          <a:custGeom>
            <a:avLst/>
            <a:gdLst/>
            <a:ahLst/>
            <a:cxnLst/>
            <a:rect l="l" t="t" r="r" b="b"/>
            <a:pathLst>
              <a:path w="1360804" h="1001395">
                <a:moveTo>
                  <a:pt x="76149" y="32108"/>
                </a:moveTo>
                <a:lnTo>
                  <a:pt x="76056" y="35367"/>
                </a:lnTo>
                <a:lnTo>
                  <a:pt x="75970" y="38415"/>
                </a:lnTo>
                <a:lnTo>
                  <a:pt x="75862" y="42225"/>
                </a:lnTo>
                <a:lnTo>
                  <a:pt x="75788" y="44826"/>
                </a:lnTo>
                <a:lnTo>
                  <a:pt x="94451" y="45654"/>
                </a:lnTo>
                <a:lnTo>
                  <a:pt x="126074" y="48067"/>
                </a:lnTo>
                <a:lnTo>
                  <a:pt x="188810" y="54798"/>
                </a:lnTo>
                <a:lnTo>
                  <a:pt x="251419" y="64196"/>
                </a:lnTo>
                <a:lnTo>
                  <a:pt x="313267" y="75879"/>
                </a:lnTo>
                <a:lnTo>
                  <a:pt x="374733" y="90103"/>
                </a:lnTo>
                <a:lnTo>
                  <a:pt x="435311" y="106486"/>
                </a:lnTo>
                <a:lnTo>
                  <a:pt x="495126" y="125154"/>
                </a:lnTo>
                <a:lnTo>
                  <a:pt x="553926" y="145982"/>
                </a:lnTo>
                <a:lnTo>
                  <a:pt x="611582" y="168714"/>
                </a:lnTo>
                <a:lnTo>
                  <a:pt x="667969" y="193478"/>
                </a:lnTo>
                <a:lnTo>
                  <a:pt x="723086" y="220021"/>
                </a:lnTo>
                <a:lnTo>
                  <a:pt x="776678" y="248341"/>
                </a:lnTo>
                <a:lnTo>
                  <a:pt x="828620" y="278312"/>
                </a:lnTo>
                <a:lnTo>
                  <a:pt x="878911" y="309807"/>
                </a:lnTo>
                <a:lnTo>
                  <a:pt x="927296" y="342954"/>
                </a:lnTo>
                <a:lnTo>
                  <a:pt x="973650" y="377370"/>
                </a:lnTo>
                <a:lnTo>
                  <a:pt x="1017972" y="413183"/>
                </a:lnTo>
                <a:lnTo>
                  <a:pt x="1060008" y="450266"/>
                </a:lnTo>
                <a:lnTo>
                  <a:pt x="1099758" y="488238"/>
                </a:lnTo>
                <a:lnTo>
                  <a:pt x="1136968" y="527353"/>
                </a:lnTo>
                <a:lnTo>
                  <a:pt x="1171511" y="567484"/>
                </a:lnTo>
                <a:lnTo>
                  <a:pt x="1203387" y="608504"/>
                </a:lnTo>
                <a:lnTo>
                  <a:pt x="1232470" y="650286"/>
                </a:lnTo>
                <a:lnTo>
                  <a:pt x="1258631" y="692703"/>
                </a:lnTo>
                <a:lnTo>
                  <a:pt x="1281490" y="735628"/>
                </a:lnTo>
                <a:lnTo>
                  <a:pt x="1301302" y="779188"/>
                </a:lnTo>
                <a:lnTo>
                  <a:pt x="1317812" y="823001"/>
                </a:lnTo>
                <a:lnTo>
                  <a:pt x="1330765" y="867196"/>
                </a:lnTo>
                <a:lnTo>
                  <a:pt x="1340163" y="911772"/>
                </a:lnTo>
                <a:lnTo>
                  <a:pt x="1345787" y="955332"/>
                </a:lnTo>
                <a:lnTo>
                  <a:pt x="1345878" y="956221"/>
                </a:lnTo>
                <a:lnTo>
                  <a:pt x="1347384" y="978319"/>
                </a:lnTo>
                <a:lnTo>
                  <a:pt x="1347904" y="1000924"/>
                </a:lnTo>
                <a:lnTo>
                  <a:pt x="1347910" y="1001178"/>
                </a:lnTo>
                <a:lnTo>
                  <a:pt x="1360609" y="1000924"/>
                </a:lnTo>
                <a:lnTo>
                  <a:pt x="1358636" y="956221"/>
                </a:lnTo>
                <a:lnTo>
                  <a:pt x="1352736" y="909740"/>
                </a:lnTo>
                <a:lnTo>
                  <a:pt x="1343084" y="864402"/>
                </a:lnTo>
                <a:lnTo>
                  <a:pt x="1329876" y="819192"/>
                </a:lnTo>
                <a:lnTo>
                  <a:pt x="1313113" y="774489"/>
                </a:lnTo>
                <a:lnTo>
                  <a:pt x="1293047" y="730167"/>
                </a:lnTo>
                <a:lnTo>
                  <a:pt x="1269680" y="686480"/>
                </a:lnTo>
                <a:lnTo>
                  <a:pt x="1243137" y="643428"/>
                </a:lnTo>
                <a:lnTo>
                  <a:pt x="1213801" y="601138"/>
                </a:lnTo>
                <a:lnTo>
                  <a:pt x="1181417" y="559610"/>
                </a:lnTo>
                <a:lnTo>
                  <a:pt x="1146493" y="518971"/>
                </a:lnTo>
                <a:lnTo>
                  <a:pt x="1108902" y="479475"/>
                </a:lnTo>
                <a:lnTo>
                  <a:pt x="1068771" y="440868"/>
                </a:lnTo>
                <a:lnTo>
                  <a:pt x="1026227" y="403531"/>
                </a:lnTo>
                <a:lnTo>
                  <a:pt x="981651" y="367464"/>
                </a:lnTo>
                <a:lnTo>
                  <a:pt x="934789" y="332794"/>
                </a:lnTo>
                <a:lnTo>
                  <a:pt x="886022" y="299394"/>
                </a:lnTo>
                <a:lnTo>
                  <a:pt x="835351" y="267517"/>
                </a:lnTo>
                <a:lnTo>
                  <a:pt x="782901" y="237292"/>
                </a:lnTo>
                <a:lnTo>
                  <a:pt x="729054" y="208845"/>
                </a:lnTo>
                <a:lnTo>
                  <a:pt x="673430" y="182049"/>
                </a:lnTo>
                <a:lnTo>
                  <a:pt x="616662" y="157030"/>
                </a:lnTo>
                <a:lnTo>
                  <a:pt x="558625" y="134044"/>
                </a:lnTo>
                <a:lnTo>
                  <a:pt x="499317" y="113216"/>
                </a:lnTo>
                <a:lnTo>
                  <a:pt x="439121" y="94421"/>
                </a:lnTo>
                <a:lnTo>
                  <a:pt x="377908" y="77784"/>
                </a:lnTo>
                <a:lnTo>
                  <a:pt x="316061" y="63561"/>
                </a:lnTo>
                <a:lnTo>
                  <a:pt x="253578" y="51623"/>
                </a:lnTo>
                <a:lnTo>
                  <a:pt x="190588" y="42225"/>
                </a:lnTo>
                <a:lnTo>
                  <a:pt x="127344" y="35367"/>
                </a:lnTo>
                <a:lnTo>
                  <a:pt x="95467" y="32954"/>
                </a:lnTo>
                <a:lnTo>
                  <a:pt x="76149" y="32108"/>
                </a:lnTo>
                <a:close/>
              </a:path>
              <a:path w="1360804" h="1001395">
                <a:moveTo>
                  <a:pt x="77053" y="189"/>
                </a:moveTo>
                <a:lnTo>
                  <a:pt x="-160" y="36129"/>
                </a:lnTo>
                <a:lnTo>
                  <a:pt x="74894" y="76387"/>
                </a:lnTo>
                <a:lnTo>
                  <a:pt x="75239" y="64196"/>
                </a:lnTo>
                <a:lnTo>
                  <a:pt x="75257" y="63561"/>
                </a:lnTo>
                <a:lnTo>
                  <a:pt x="75383" y="59116"/>
                </a:lnTo>
                <a:lnTo>
                  <a:pt x="75506" y="54798"/>
                </a:lnTo>
                <a:lnTo>
                  <a:pt x="75610" y="51115"/>
                </a:lnTo>
                <a:lnTo>
                  <a:pt x="75696" y="48067"/>
                </a:lnTo>
                <a:lnTo>
                  <a:pt x="75788" y="44826"/>
                </a:lnTo>
                <a:lnTo>
                  <a:pt x="62956" y="44257"/>
                </a:lnTo>
                <a:lnTo>
                  <a:pt x="63248" y="38415"/>
                </a:lnTo>
                <a:lnTo>
                  <a:pt x="63363" y="36129"/>
                </a:lnTo>
                <a:lnTo>
                  <a:pt x="63401" y="35367"/>
                </a:lnTo>
                <a:lnTo>
                  <a:pt x="63521" y="32954"/>
                </a:lnTo>
                <a:lnTo>
                  <a:pt x="63591" y="31557"/>
                </a:lnTo>
                <a:lnTo>
                  <a:pt x="76164" y="31557"/>
                </a:lnTo>
                <a:lnTo>
                  <a:pt x="77053" y="189"/>
                </a:lnTo>
                <a:close/>
              </a:path>
              <a:path w="1360804" h="1001395">
                <a:moveTo>
                  <a:pt x="63591" y="31557"/>
                </a:moveTo>
                <a:lnTo>
                  <a:pt x="63058" y="42225"/>
                </a:lnTo>
                <a:lnTo>
                  <a:pt x="62956" y="44257"/>
                </a:lnTo>
                <a:lnTo>
                  <a:pt x="75788" y="44826"/>
                </a:lnTo>
                <a:lnTo>
                  <a:pt x="75862" y="42225"/>
                </a:lnTo>
                <a:lnTo>
                  <a:pt x="75970" y="38415"/>
                </a:lnTo>
                <a:lnTo>
                  <a:pt x="76056" y="35367"/>
                </a:lnTo>
                <a:lnTo>
                  <a:pt x="76149" y="32108"/>
                </a:lnTo>
                <a:lnTo>
                  <a:pt x="63591" y="31557"/>
                </a:lnTo>
                <a:close/>
              </a:path>
              <a:path w="1360804" h="1001395">
                <a:moveTo>
                  <a:pt x="76164" y="31557"/>
                </a:moveTo>
                <a:lnTo>
                  <a:pt x="63591" y="31557"/>
                </a:lnTo>
                <a:lnTo>
                  <a:pt x="76149" y="32108"/>
                </a:lnTo>
                <a:lnTo>
                  <a:pt x="76164" y="31557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/>
          <p:cNvGrpSpPr/>
          <p:nvPr/>
        </p:nvGrpSpPr>
        <p:grpSpPr>
          <a:xfrm>
            <a:off x="10992611" y="3837335"/>
            <a:ext cx="5478780" cy="2188845"/>
            <a:chOff x="10992611" y="3837335"/>
            <a:chExt cx="5478780" cy="2188845"/>
          </a:xfrm>
        </p:grpSpPr>
        <p:pic>
          <p:nvPicPr>
            <p:cNvPr id="40" name="object 40" descr="A blue and black gear  Description automatically generated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92611" y="4407296"/>
              <a:ext cx="1508443" cy="1508585"/>
            </a:xfrm>
            <a:prstGeom prst="rect">
              <a:avLst/>
            </a:prstGeom>
          </p:spPr>
        </p:pic>
        <p:pic>
          <p:nvPicPr>
            <p:cNvPr id="41" name="object 41" descr="A white robot with yellow eyes and a black background  Description automatically generated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282927" y="3837335"/>
              <a:ext cx="2188047" cy="218827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1765363" y="3583849"/>
            <a:ext cx="1748789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85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dirty="0" sz="25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40">
                <a:solidFill>
                  <a:srgbClr val="FFFFFF"/>
                </a:solidFill>
                <a:latin typeface="Calibri"/>
                <a:cs typeface="Calibri"/>
              </a:rPr>
              <a:t>Prompt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779505" y="5784145"/>
            <a:ext cx="114681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5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-1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1197508" y="1965461"/>
            <a:ext cx="934719" cy="981075"/>
            <a:chOff x="11197508" y="1965461"/>
            <a:chExt cx="934719" cy="981075"/>
          </a:xfrm>
        </p:grpSpPr>
        <p:sp>
          <p:nvSpPr>
            <p:cNvPr id="45" name="object 45"/>
            <p:cNvSpPr/>
            <p:nvPr/>
          </p:nvSpPr>
          <p:spPr>
            <a:xfrm>
              <a:off x="11369607" y="1965461"/>
              <a:ext cx="590550" cy="331470"/>
            </a:xfrm>
            <a:custGeom>
              <a:avLst/>
              <a:gdLst/>
              <a:ahLst/>
              <a:cxnLst/>
              <a:rect l="l" t="t" r="r" b="b"/>
              <a:pathLst>
                <a:path w="590550" h="331469">
                  <a:moveTo>
                    <a:pt x="295118" y="0"/>
                  </a:moveTo>
                  <a:lnTo>
                    <a:pt x="247249" y="1433"/>
                  </a:lnTo>
                  <a:lnTo>
                    <a:pt x="199507" y="5732"/>
                  </a:lnTo>
                  <a:lnTo>
                    <a:pt x="152020" y="12897"/>
                  </a:lnTo>
                  <a:lnTo>
                    <a:pt x="73976" y="33780"/>
                  </a:lnTo>
                  <a:lnTo>
                    <a:pt x="40285" y="58718"/>
                  </a:lnTo>
                  <a:lnTo>
                    <a:pt x="15571" y="92109"/>
                  </a:lnTo>
                  <a:lnTo>
                    <a:pt x="1565" y="131610"/>
                  </a:lnTo>
                  <a:lnTo>
                    <a:pt x="0" y="174882"/>
                  </a:lnTo>
                  <a:lnTo>
                    <a:pt x="13025" y="331186"/>
                  </a:lnTo>
                  <a:lnTo>
                    <a:pt x="577056" y="329032"/>
                  </a:lnTo>
                  <a:lnTo>
                    <a:pt x="590026" y="174843"/>
                  </a:lnTo>
                  <a:lnTo>
                    <a:pt x="588453" y="131576"/>
                  </a:lnTo>
                  <a:lnTo>
                    <a:pt x="574446" y="92084"/>
                  </a:lnTo>
                  <a:lnTo>
                    <a:pt x="549738" y="58705"/>
                  </a:lnTo>
                  <a:lnTo>
                    <a:pt x="516058" y="33777"/>
                  </a:lnTo>
                  <a:lnTo>
                    <a:pt x="475137" y="19636"/>
                  </a:lnTo>
                  <a:lnTo>
                    <a:pt x="390715" y="5732"/>
                  </a:lnTo>
                  <a:lnTo>
                    <a:pt x="342983" y="1433"/>
                  </a:lnTo>
                  <a:lnTo>
                    <a:pt x="295118" y="0"/>
                  </a:lnTo>
                  <a:close/>
                </a:path>
              </a:pathLst>
            </a:custGeom>
            <a:solidFill>
              <a:srgbClr val="646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1382914" y="2294494"/>
              <a:ext cx="563880" cy="275590"/>
            </a:xfrm>
            <a:custGeom>
              <a:avLst/>
              <a:gdLst/>
              <a:ahLst/>
              <a:cxnLst/>
              <a:rect l="l" t="t" r="r" b="b"/>
              <a:pathLst>
                <a:path w="563879" h="275589">
                  <a:moveTo>
                    <a:pt x="563514" y="0"/>
                  </a:moveTo>
                  <a:lnTo>
                    <a:pt x="0" y="2115"/>
                  </a:lnTo>
                  <a:lnTo>
                    <a:pt x="5028" y="47693"/>
                  </a:lnTo>
                  <a:lnTo>
                    <a:pt x="16975" y="90719"/>
                  </a:lnTo>
                  <a:lnTo>
                    <a:pt x="35245" y="130629"/>
                  </a:lnTo>
                  <a:lnTo>
                    <a:pt x="59240" y="166861"/>
                  </a:lnTo>
                  <a:lnTo>
                    <a:pt x="88363" y="198852"/>
                  </a:lnTo>
                  <a:lnTo>
                    <a:pt x="122018" y="226039"/>
                  </a:lnTo>
                  <a:lnTo>
                    <a:pt x="159606" y="247862"/>
                  </a:lnTo>
                  <a:lnTo>
                    <a:pt x="200532" y="263756"/>
                  </a:lnTo>
                  <a:lnTo>
                    <a:pt x="244197" y="273160"/>
                  </a:lnTo>
                  <a:lnTo>
                    <a:pt x="290005" y="275510"/>
                  </a:lnTo>
                  <a:lnTo>
                    <a:pt x="338782" y="269845"/>
                  </a:lnTo>
                  <a:lnTo>
                    <a:pt x="384636" y="256255"/>
                  </a:lnTo>
                  <a:lnTo>
                    <a:pt x="426850" y="235464"/>
                  </a:lnTo>
                  <a:lnTo>
                    <a:pt x="464705" y="208196"/>
                  </a:lnTo>
                  <a:lnTo>
                    <a:pt x="497486" y="175173"/>
                  </a:lnTo>
                  <a:lnTo>
                    <a:pt x="524475" y="137119"/>
                  </a:lnTo>
                  <a:lnTo>
                    <a:pt x="544954" y="94756"/>
                  </a:lnTo>
                  <a:lnTo>
                    <a:pt x="558206" y="48809"/>
                  </a:lnTo>
                  <a:lnTo>
                    <a:pt x="563514" y="0"/>
                  </a:lnTo>
                  <a:close/>
                </a:path>
              </a:pathLst>
            </a:custGeom>
            <a:solidFill>
              <a:srgbClr val="D7D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1197508" y="2544620"/>
              <a:ext cx="934719" cy="401955"/>
            </a:xfrm>
            <a:custGeom>
              <a:avLst/>
              <a:gdLst/>
              <a:ahLst/>
              <a:cxnLst/>
              <a:rect l="l" t="t" r="r" b="b"/>
              <a:pathLst>
                <a:path w="934720" h="401955">
                  <a:moveTo>
                    <a:pt x="711538" y="0"/>
                  </a:moveTo>
                  <a:lnTo>
                    <a:pt x="500411" y="211077"/>
                  </a:lnTo>
                  <a:lnTo>
                    <a:pt x="484852" y="221411"/>
                  </a:lnTo>
                  <a:lnTo>
                    <a:pt x="467163" y="224863"/>
                  </a:lnTo>
                  <a:lnTo>
                    <a:pt x="449473" y="221431"/>
                  </a:lnTo>
                  <a:lnTo>
                    <a:pt x="433875" y="211077"/>
                  </a:lnTo>
                  <a:lnTo>
                    <a:pt x="222694" y="0"/>
                  </a:lnTo>
                  <a:lnTo>
                    <a:pt x="182727" y="27115"/>
                  </a:lnTo>
                  <a:lnTo>
                    <a:pt x="146099" y="57900"/>
                  </a:lnTo>
                  <a:lnTo>
                    <a:pt x="113009" y="92040"/>
                  </a:lnTo>
                  <a:lnTo>
                    <a:pt x="83657" y="129222"/>
                  </a:lnTo>
                  <a:lnTo>
                    <a:pt x="58245" y="169131"/>
                  </a:lnTo>
                  <a:lnTo>
                    <a:pt x="36973" y="211453"/>
                  </a:lnTo>
                  <a:lnTo>
                    <a:pt x="20041" y="255873"/>
                  </a:lnTo>
                  <a:lnTo>
                    <a:pt x="7650" y="302078"/>
                  </a:lnTo>
                  <a:lnTo>
                    <a:pt x="0" y="349753"/>
                  </a:lnTo>
                  <a:lnTo>
                    <a:pt x="1698" y="368344"/>
                  </a:lnTo>
                  <a:lnTo>
                    <a:pt x="10103" y="384286"/>
                  </a:lnTo>
                  <a:lnTo>
                    <a:pt x="23873" y="395916"/>
                  </a:lnTo>
                  <a:lnTo>
                    <a:pt x="46739" y="401839"/>
                  </a:lnTo>
                  <a:lnTo>
                    <a:pt x="887477" y="401839"/>
                  </a:lnTo>
                  <a:lnTo>
                    <a:pt x="905784" y="398142"/>
                  </a:lnTo>
                  <a:lnTo>
                    <a:pt x="920730" y="388064"/>
                  </a:lnTo>
                  <a:lnTo>
                    <a:pt x="930805" y="373119"/>
                  </a:lnTo>
                  <a:lnTo>
                    <a:pt x="934224" y="349754"/>
                  </a:lnTo>
                  <a:lnTo>
                    <a:pt x="926575" y="302078"/>
                  </a:lnTo>
                  <a:lnTo>
                    <a:pt x="914183" y="255874"/>
                  </a:lnTo>
                  <a:lnTo>
                    <a:pt x="897250" y="211453"/>
                  </a:lnTo>
                  <a:lnTo>
                    <a:pt x="875977" y="169132"/>
                  </a:lnTo>
                  <a:lnTo>
                    <a:pt x="850564" y="129223"/>
                  </a:lnTo>
                  <a:lnTo>
                    <a:pt x="821213" y="92041"/>
                  </a:lnTo>
                  <a:lnTo>
                    <a:pt x="788124" y="57900"/>
                  </a:lnTo>
                  <a:lnTo>
                    <a:pt x="751499" y="27115"/>
                  </a:lnTo>
                  <a:lnTo>
                    <a:pt x="711538" y="0"/>
                  </a:lnTo>
                  <a:close/>
                </a:path>
              </a:pathLst>
            </a:custGeom>
            <a:solidFill>
              <a:srgbClr val="6462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1420202" y="2510264"/>
              <a:ext cx="488950" cy="259715"/>
            </a:xfrm>
            <a:custGeom>
              <a:avLst/>
              <a:gdLst/>
              <a:ahLst/>
              <a:cxnLst/>
              <a:rect l="l" t="t" r="r" b="b"/>
              <a:pathLst>
                <a:path w="488950" h="259714">
                  <a:moveTo>
                    <a:pt x="417919" y="0"/>
                  </a:moveTo>
                  <a:lnTo>
                    <a:pt x="377887" y="26042"/>
                  </a:lnTo>
                  <a:lnTo>
                    <a:pt x="334983" y="44643"/>
                  </a:lnTo>
                  <a:lnTo>
                    <a:pt x="290165" y="55804"/>
                  </a:lnTo>
                  <a:lnTo>
                    <a:pt x="244390" y="59525"/>
                  </a:lnTo>
                  <a:lnTo>
                    <a:pt x="198616" y="55804"/>
                  </a:lnTo>
                  <a:lnTo>
                    <a:pt x="153798" y="44643"/>
                  </a:lnTo>
                  <a:lnTo>
                    <a:pt x="110894" y="26042"/>
                  </a:lnTo>
                  <a:lnTo>
                    <a:pt x="70861" y="0"/>
                  </a:lnTo>
                  <a:lnTo>
                    <a:pt x="34715" y="15674"/>
                  </a:lnTo>
                  <a:lnTo>
                    <a:pt x="0" y="34316"/>
                  </a:lnTo>
                  <a:lnTo>
                    <a:pt x="211181" y="245480"/>
                  </a:lnTo>
                  <a:lnTo>
                    <a:pt x="226724" y="255803"/>
                  </a:lnTo>
                  <a:lnTo>
                    <a:pt x="244415" y="259245"/>
                  </a:lnTo>
                  <a:lnTo>
                    <a:pt x="262113" y="255803"/>
                  </a:lnTo>
                  <a:lnTo>
                    <a:pt x="277678" y="245480"/>
                  </a:lnTo>
                  <a:lnTo>
                    <a:pt x="488844" y="34355"/>
                  </a:lnTo>
                  <a:lnTo>
                    <a:pt x="454136" y="15694"/>
                  </a:lnTo>
                  <a:lnTo>
                    <a:pt x="417959" y="0"/>
                  </a:lnTo>
                  <a:close/>
                </a:path>
              </a:pathLst>
            </a:custGeom>
            <a:solidFill>
              <a:srgbClr val="B1B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/>
          <p:nvPr/>
        </p:nvSpPr>
        <p:spPr>
          <a:xfrm>
            <a:off x="8718575" y="2433770"/>
            <a:ext cx="9518650" cy="2726690"/>
          </a:xfrm>
          <a:custGeom>
            <a:avLst/>
            <a:gdLst/>
            <a:ahLst/>
            <a:cxnLst/>
            <a:rect l="l" t="t" r="r" b="b"/>
            <a:pathLst>
              <a:path w="9518650" h="2726690">
                <a:moveTo>
                  <a:pt x="2348547" y="2680652"/>
                </a:moveTo>
                <a:lnTo>
                  <a:pt x="2335860" y="2674302"/>
                </a:lnTo>
                <a:lnTo>
                  <a:pt x="2272360" y="2642552"/>
                </a:lnTo>
                <a:lnTo>
                  <a:pt x="2272360" y="2674302"/>
                </a:lnTo>
                <a:lnTo>
                  <a:pt x="0" y="2674302"/>
                </a:lnTo>
                <a:lnTo>
                  <a:pt x="0" y="2687002"/>
                </a:lnTo>
                <a:lnTo>
                  <a:pt x="2272360" y="2687002"/>
                </a:lnTo>
                <a:lnTo>
                  <a:pt x="2272360" y="2718752"/>
                </a:lnTo>
                <a:lnTo>
                  <a:pt x="2335860" y="2687002"/>
                </a:lnTo>
                <a:lnTo>
                  <a:pt x="2348547" y="2680652"/>
                </a:lnTo>
                <a:close/>
              </a:path>
              <a:path w="9518650" h="2726690">
                <a:moveTo>
                  <a:pt x="2977819" y="2111070"/>
                </a:moveTo>
                <a:lnTo>
                  <a:pt x="2946069" y="2111070"/>
                </a:lnTo>
                <a:lnTo>
                  <a:pt x="2946069" y="627875"/>
                </a:lnTo>
                <a:lnTo>
                  <a:pt x="2933369" y="627875"/>
                </a:lnTo>
                <a:lnTo>
                  <a:pt x="2933369" y="2111070"/>
                </a:lnTo>
                <a:lnTo>
                  <a:pt x="2901619" y="2111070"/>
                </a:lnTo>
                <a:lnTo>
                  <a:pt x="2939719" y="2187270"/>
                </a:lnTo>
                <a:lnTo>
                  <a:pt x="2971469" y="2123770"/>
                </a:lnTo>
                <a:lnTo>
                  <a:pt x="2977819" y="2111070"/>
                </a:lnTo>
                <a:close/>
              </a:path>
              <a:path w="9518650" h="2726690">
                <a:moveTo>
                  <a:pt x="5971006" y="2688272"/>
                </a:moveTo>
                <a:lnTo>
                  <a:pt x="5958306" y="2681922"/>
                </a:lnTo>
                <a:lnTo>
                  <a:pt x="5894806" y="2650172"/>
                </a:lnTo>
                <a:lnTo>
                  <a:pt x="5894806" y="2681922"/>
                </a:lnTo>
                <a:lnTo>
                  <a:pt x="3622459" y="2681922"/>
                </a:lnTo>
                <a:lnTo>
                  <a:pt x="3622459" y="2694622"/>
                </a:lnTo>
                <a:lnTo>
                  <a:pt x="5894806" y="2694622"/>
                </a:lnTo>
                <a:lnTo>
                  <a:pt x="5894806" y="2726372"/>
                </a:lnTo>
                <a:lnTo>
                  <a:pt x="5958306" y="2694622"/>
                </a:lnTo>
                <a:lnTo>
                  <a:pt x="5971006" y="2688272"/>
                </a:lnTo>
                <a:close/>
              </a:path>
              <a:path w="9518650" h="2726690">
                <a:moveTo>
                  <a:pt x="9518282" y="34544"/>
                </a:moveTo>
                <a:lnTo>
                  <a:pt x="9515488" y="31750"/>
                </a:lnTo>
                <a:lnTo>
                  <a:pt x="3605695" y="31750"/>
                </a:lnTo>
                <a:lnTo>
                  <a:pt x="3605695" y="0"/>
                </a:lnTo>
                <a:lnTo>
                  <a:pt x="3529495" y="38100"/>
                </a:lnTo>
                <a:lnTo>
                  <a:pt x="3605695" y="76200"/>
                </a:lnTo>
                <a:lnTo>
                  <a:pt x="3605695" y="44450"/>
                </a:lnTo>
                <a:lnTo>
                  <a:pt x="9505582" y="44450"/>
                </a:lnTo>
                <a:lnTo>
                  <a:pt x="9505582" y="2675064"/>
                </a:lnTo>
                <a:lnTo>
                  <a:pt x="7784020" y="2675064"/>
                </a:lnTo>
                <a:lnTo>
                  <a:pt x="7784020" y="2687764"/>
                </a:lnTo>
                <a:lnTo>
                  <a:pt x="9515488" y="2687764"/>
                </a:lnTo>
                <a:lnTo>
                  <a:pt x="9518282" y="2684970"/>
                </a:lnTo>
                <a:lnTo>
                  <a:pt x="9518282" y="2681414"/>
                </a:lnTo>
                <a:lnTo>
                  <a:pt x="9518282" y="2675064"/>
                </a:lnTo>
                <a:lnTo>
                  <a:pt x="9518282" y="44450"/>
                </a:lnTo>
                <a:lnTo>
                  <a:pt x="9518282" y="38100"/>
                </a:lnTo>
                <a:lnTo>
                  <a:pt x="9518282" y="34544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4236086" y="1936141"/>
            <a:ext cx="257492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5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dirty="0" sz="25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500" spc="110">
                <a:solidFill>
                  <a:srgbClr val="FFFFFF"/>
                </a:solidFill>
                <a:latin typeface="Calibri"/>
                <a:cs typeface="Calibri"/>
              </a:rPr>
              <a:t>Response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5102585" y="2906575"/>
            <a:ext cx="59309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40">
                <a:solidFill>
                  <a:srgbClr val="FFFFFF"/>
                </a:solidFill>
                <a:latin typeface="Calibri"/>
                <a:cs typeface="Calibri"/>
              </a:rPr>
              <a:t>LLM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5148737" y="3331559"/>
            <a:ext cx="592455" cy="699770"/>
            <a:chOff x="15148737" y="3331559"/>
            <a:chExt cx="592455" cy="699770"/>
          </a:xfrm>
        </p:grpSpPr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97828" y="3452259"/>
              <a:ext cx="123589" cy="18105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5153729" y="3336693"/>
              <a:ext cx="582295" cy="689610"/>
            </a:xfrm>
            <a:custGeom>
              <a:avLst/>
              <a:gdLst/>
              <a:ahLst/>
              <a:cxnLst/>
              <a:rect l="l" t="t" r="r" b="b"/>
              <a:pathLst>
                <a:path w="582294" h="689610">
                  <a:moveTo>
                    <a:pt x="266421" y="0"/>
                  </a:moveTo>
                  <a:lnTo>
                    <a:pt x="211693" y="3756"/>
                  </a:lnTo>
                  <a:lnTo>
                    <a:pt x="169133" y="15106"/>
                  </a:lnTo>
                  <a:lnTo>
                    <a:pt x="129792" y="33240"/>
                  </a:lnTo>
                  <a:lnTo>
                    <a:pt x="94358" y="57492"/>
                  </a:lnTo>
                  <a:lnTo>
                    <a:pt x="63525" y="87197"/>
                  </a:lnTo>
                  <a:lnTo>
                    <a:pt x="37982" y="121688"/>
                  </a:lnTo>
                  <a:lnTo>
                    <a:pt x="18419" y="160301"/>
                  </a:lnTo>
                  <a:lnTo>
                    <a:pt x="5528" y="202369"/>
                  </a:lnTo>
                  <a:lnTo>
                    <a:pt x="0" y="247226"/>
                  </a:lnTo>
                  <a:lnTo>
                    <a:pt x="3" y="266073"/>
                  </a:lnTo>
                  <a:lnTo>
                    <a:pt x="4232" y="313881"/>
                  </a:lnTo>
                  <a:lnTo>
                    <a:pt x="16978" y="359581"/>
                  </a:lnTo>
                  <a:lnTo>
                    <a:pt x="37713" y="402060"/>
                  </a:lnTo>
                  <a:lnTo>
                    <a:pt x="65908" y="440239"/>
                  </a:lnTo>
                  <a:lnTo>
                    <a:pt x="101037" y="473040"/>
                  </a:lnTo>
                  <a:lnTo>
                    <a:pt x="101037" y="689433"/>
                  </a:lnTo>
                  <a:lnTo>
                    <a:pt x="371612" y="689433"/>
                  </a:lnTo>
                  <a:lnTo>
                    <a:pt x="371612" y="672239"/>
                  </a:lnTo>
                  <a:lnTo>
                    <a:pt x="118162" y="672239"/>
                  </a:lnTo>
                  <a:lnTo>
                    <a:pt x="118162" y="464638"/>
                  </a:lnTo>
                  <a:lnTo>
                    <a:pt x="78636" y="428887"/>
                  </a:lnTo>
                  <a:lnTo>
                    <a:pt x="52259" y="393215"/>
                  </a:lnTo>
                  <a:lnTo>
                    <a:pt x="32885" y="353506"/>
                  </a:lnTo>
                  <a:lnTo>
                    <a:pt x="21008" y="310778"/>
                  </a:lnTo>
                  <a:lnTo>
                    <a:pt x="17127" y="266073"/>
                  </a:lnTo>
                  <a:lnTo>
                    <a:pt x="17167" y="247226"/>
                  </a:lnTo>
                  <a:lnTo>
                    <a:pt x="23385" y="200611"/>
                  </a:lnTo>
                  <a:lnTo>
                    <a:pt x="38262" y="157076"/>
                  </a:lnTo>
                  <a:lnTo>
                    <a:pt x="60833" y="117827"/>
                  </a:lnTo>
                  <a:lnTo>
                    <a:pt x="90174" y="83753"/>
                  </a:lnTo>
                  <a:lnTo>
                    <a:pt x="125363" y="55742"/>
                  </a:lnTo>
                  <a:lnTo>
                    <a:pt x="165478" y="34680"/>
                  </a:lnTo>
                  <a:lnTo>
                    <a:pt x="209596" y="21457"/>
                  </a:lnTo>
                  <a:lnTo>
                    <a:pt x="255300" y="17101"/>
                  </a:lnTo>
                  <a:lnTo>
                    <a:pt x="348706" y="17101"/>
                  </a:lnTo>
                  <a:lnTo>
                    <a:pt x="312523" y="5785"/>
                  </a:lnTo>
                  <a:lnTo>
                    <a:pt x="266421" y="0"/>
                  </a:lnTo>
                  <a:close/>
                </a:path>
                <a:path w="582294" h="689610">
                  <a:moveTo>
                    <a:pt x="348706" y="17101"/>
                  </a:moveTo>
                  <a:lnTo>
                    <a:pt x="265693" y="17101"/>
                  </a:lnTo>
                  <a:lnTo>
                    <a:pt x="313912" y="23731"/>
                  </a:lnTo>
                  <a:lnTo>
                    <a:pt x="358493" y="39323"/>
                  </a:lnTo>
                  <a:lnTo>
                    <a:pt x="398505" y="62884"/>
                  </a:lnTo>
                  <a:lnTo>
                    <a:pt x="433020" y="93419"/>
                  </a:lnTo>
                  <a:lnTo>
                    <a:pt x="461108" y="129936"/>
                  </a:lnTo>
                  <a:lnTo>
                    <a:pt x="481841" y="171440"/>
                  </a:lnTo>
                  <a:lnTo>
                    <a:pt x="494289" y="216936"/>
                  </a:lnTo>
                  <a:lnTo>
                    <a:pt x="497522" y="265432"/>
                  </a:lnTo>
                  <a:lnTo>
                    <a:pt x="497522" y="274888"/>
                  </a:lnTo>
                  <a:lnTo>
                    <a:pt x="559115" y="381852"/>
                  </a:lnTo>
                  <a:lnTo>
                    <a:pt x="562790" y="387672"/>
                  </a:lnTo>
                  <a:lnTo>
                    <a:pt x="564690" y="393702"/>
                  </a:lnTo>
                  <a:lnTo>
                    <a:pt x="565008" y="400015"/>
                  </a:lnTo>
                  <a:lnTo>
                    <a:pt x="563650" y="406315"/>
                  </a:lnTo>
                  <a:lnTo>
                    <a:pt x="561227" y="411267"/>
                  </a:lnTo>
                  <a:lnTo>
                    <a:pt x="556561" y="414766"/>
                  </a:lnTo>
                  <a:lnTo>
                    <a:pt x="551117" y="415714"/>
                  </a:lnTo>
                  <a:lnTo>
                    <a:pt x="497480" y="415714"/>
                  </a:lnTo>
                  <a:lnTo>
                    <a:pt x="497461" y="485923"/>
                  </a:lnTo>
                  <a:lnTo>
                    <a:pt x="490855" y="518428"/>
                  </a:lnTo>
                  <a:lnTo>
                    <a:pt x="472868" y="545050"/>
                  </a:lnTo>
                  <a:lnTo>
                    <a:pt x="446209" y="563013"/>
                  </a:lnTo>
                  <a:lnTo>
                    <a:pt x="413568" y="569629"/>
                  </a:lnTo>
                  <a:lnTo>
                    <a:pt x="354487" y="569629"/>
                  </a:lnTo>
                  <a:lnTo>
                    <a:pt x="354487" y="672239"/>
                  </a:lnTo>
                  <a:lnTo>
                    <a:pt x="371612" y="672239"/>
                  </a:lnTo>
                  <a:lnTo>
                    <a:pt x="371612" y="586823"/>
                  </a:lnTo>
                  <a:lnTo>
                    <a:pt x="413568" y="586823"/>
                  </a:lnTo>
                  <a:lnTo>
                    <a:pt x="452861" y="578839"/>
                  </a:lnTo>
                  <a:lnTo>
                    <a:pt x="484952" y="557210"/>
                  </a:lnTo>
                  <a:lnTo>
                    <a:pt x="506610" y="525163"/>
                  </a:lnTo>
                  <a:lnTo>
                    <a:pt x="514605" y="485923"/>
                  </a:lnTo>
                  <a:lnTo>
                    <a:pt x="514605" y="432908"/>
                  </a:lnTo>
                  <a:lnTo>
                    <a:pt x="552280" y="432908"/>
                  </a:lnTo>
                  <a:lnTo>
                    <a:pt x="567905" y="426876"/>
                  </a:lnTo>
                  <a:lnTo>
                    <a:pt x="579035" y="413809"/>
                  </a:lnTo>
                  <a:lnTo>
                    <a:pt x="582138" y="395305"/>
                  </a:lnTo>
                  <a:lnTo>
                    <a:pt x="573686" y="372959"/>
                  </a:lnTo>
                  <a:lnTo>
                    <a:pt x="514604" y="270349"/>
                  </a:lnTo>
                  <a:lnTo>
                    <a:pt x="514570" y="265432"/>
                  </a:lnTo>
                  <a:lnTo>
                    <a:pt x="512098" y="219741"/>
                  </a:lnTo>
                  <a:lnTo>
                    <a:pt x="501689" y="175847"/>
                  </a:lnTo>
                  <a:lnTo>
                    <a:pt x="484077" y="135145"/>
                  </a:lnTo>
                  <a:lnTo>
                    <a:pt x="459965" y="98385"/>
                  </a:lnTo>
                  <a:lnTo>
                    <a:pt x="430052" y="66318"/>
                  </a:lnTo>
                  <a:lnTo>
                    <a:pt x="395040" y="39695"/>
                  </a:lnTo>
                  <a:lnTo>
                    <a:pt x="355630" y="19267"/>
                  </a:lnTo>
                  <a:lnTo>
                    <a:pt x="348706" y="171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5153729" y="3336551"/>
              <a:ext cx="582295" cy="689610"/>
            </a:xfrm>
            <a:custGeom>
              <a:avLst/>
              <a:gdLst/>
              <a:ahLst/>
              <a:cxnLst/>
              <a:rect l="l" t="t" r="r" b="b"/>
              <a:pathLst>
                <a:path w="582294" h="689610">
                  <a:moveTo>
                    <a:pt x="573686" y="373102"/>
                  </a:moveTo>
                  <a:lnTo>
                    <a:pt x="514604" y="270492"/>
                  </a:lnTo>
                  <a:lnTo>
                    <a:pt x="514604" y="266216"/>
                  </a:lnTo>
                  <a:lnTo>
                    <a:pt x="512098" y="219883"/>
                  </a:lnTo>
                  <a:lnTo>
                    <a:pt x="501689" y="175990"/>
                  </a:lnTo>
                  <a:lnTo>
                    <a:pt x="484077" y="135288"/>
                  </a:lnTo>
                  <a:lnTo>
                    <a:pt x="459965" y="98528"/>
                  </a:lnTo>
                  <a:lnTo>
                    <a:pt x="430052" y="66461"/>
                  </a:lnTo>
                  <a:lnTo>
                    <a:pt x="395040" y="39838"/>
                  </a:lnTo>
                  <a:lnTo>
                    <a:pt x="355630" y="19409"/>
                  </a:lnTo>
                  <a:lnTo>
                    <a:pt x="312523" y="5927"/>
                  </a:lnTo>
                  <a:lnTo>
                    <a:pt x="266421" y="142"/>
                  </a:lnTo>
                  <a:lnTo>
                    <a:pt x="266292" y="142"/>
                  </a:lnTo>
                  <a:lnTo>
                    <a:pt x="263110" y="71"/>
                  </a:lnTo>
                  <a:lnTo>
                    <a:pt x="259935" y="0"/>
                  </a:lnTo>
                  <a:lnTo>
                    <a:pt x="256781" y="0"/>
                  </a:lnTo>
                  <a:lnTo>
                    <a:pt x="211693" y="3899"/>
                  </a:lnTo>
                  <a:lnTo>
                    <a:pt x="169133" y="15248"/>
                  </a:lnTo>
                  <a:lnTo>
                    <a:pt x="129792" y="33382"/>
                  </a:lnTo>
                  <a:lnTo>
                    <a:pt x="94358" y="57635"/>
                  </a:lnTo>
                  <a:lnTo>
                    <a:pt x="63525" y="87339"/>
                  </a:lnTo>
                  <a:lnTo>
                    <a:pt x="37982" y="121831"/>
                  </a:lnTo>
                  <a:lnTo>
                    <a:pt x="18419" y="160444"/>
                  </a:lnTo>
                  <a:lnTo>
                    <a:pt x="5528" y="202511"/>
                  </a:lnTo>
                  <a:lnTo>
                    <a:pt x="0" y="247368"/>
                  </a:lnTo>
                  <a:lnTo>
                    <a:pt x="0" y="266180"/>
                  </a:lnTo>
                  <a:lnTo>
                    <a:pt x="4232" y="314024"/>
                  </a:lnTo>
                  <a:lnTo>
                    <a:pt x="16978" y="359724"/>
                  </a:lnTo>
                  <a:lnTo>
                    <a:pt x="37713" y="402202"/>
                  </a:lnTo>
                  <a:lnTo>
                    <a:pt x="65908" y="440381"/>
                  </a:lnTo>
                  <a:lnTo>
                    <a:pt x="101037" y="473182"/>
                  </a:lnTo>
                  <a:lnTo>
                    <a:pt x="101037" y="689576"/>
                  </a:lnTo>
                  <a:lnTo>
                    <a:pt x="371612" y="689576"/>
                  </a:lnTo>
                  <a:lnTo>
                    <a:pt x="371612" y="586966"/>
                  </a:lnTo>
                  <a:lnTo>
                    <a:pt x="413568" y="586966"/>
                  </a:lnTo>
                  <a:lnTo>
                    <a:pt x="452861" y="578982"/>
                  </a:lnTo>
                  <a:lnTo>
                    <a:pt x="484952" y="557353"/>
                  </a:lnTo>
                  <a:lnTo>
                    <a:pt x="506610" y="525305"/>
                  </a:lnTo>
                  <a:lnTo>
                    <a:pt x="514605" y="486066"/>
                  </a:lnTo>
                  <a:lnTo>
                    <a:pt x="514605" y="433050"/>
                  </a:lnTo>
                  <a:lnTo>
                    <a:pt x="552280" y="433050"/>
                  </a:lnTo>
                  <a:lnTo>
                    <a:pt x="567905" y="427018"/>
                  </a:lnTo>
                  <a:lnTo>
                    <a:pt x="579035" y="413952"/>
                  </a:lnTo>
                  <a:lnTo>
                    <a:pt x="582138" y="395447"/>
                  </a:lnTo>
                  <a:lnTo>
                    <a:pt x="573686" y="373102"/>
                  </a:lnTo>
                  <a:close/>
                </a:path>
                <a:path w="582294" h="689610">
                  <a:moveTo>
                    <a:pt x="563653" y="406450"/>
                  </a:moveTo>
                  <a:lnTo>
                    <a:pt x="561227" y="411410"/>
                  </a:lnTo>
                  <a:lnTo>
                    <a:pt x="556561" y="414908"/>
                  </a:lnTo>
                  <a:lnTo>
                    <a:pt x="551117" y="415856"/>
                  </a:lnTo>
                  <a:lnTo>
                    <a:pt x="497480" y="415856"/>
                  </a:lnTo>
                  <a:lnTo>
                    <a:pt x="497480" y="485973"/>
                  </a:lnTo>
                  <a:lnTo>
                    <a:pt x="490855" y="518570"/>
                  </a:lnTo>
                  <a:lnTo>
                    <a:pt x="472868" y="545193"/>
                  </a:lnTo>
                  <a:lnTo>
                    <a:pt x="446209" y="563155"/>
                  </a:lnTo>
                  <a:lnTo>
                    <a:pt x="413568" y="569771"/>
                  </a:lnTo>
                  <a:lnTo>
                    <a:pt x="354487" y="569771"/>
                  </a:lnTo>
                  <a:lnTo>
                    <a:pt x="354487" y="672381"/>
                  </a:lnTo>
                  <a:lnTo>
                    <a:pt x="118162" y="672381"/>
                  </a:lnTo>
                  <a:lnTo>
                    <a:pt x="118162" y="464781"/>
                  </a:lnTo>
                  <a:lnTo>
                    <a:pt x="111519" y="459650"/>
                  </a:lnTo>
                  <a:lnTo>
                    <a:pt x="78636" y="429030"/>
                  </a:lnTo>
                  <a:lnTo>
                    <a:pt x="52259" y="393357"/>
                  </a:lnTo>
                  <a:lnTo>
                    <a:pt x="32885" y="353649"/>
                  </a:lnTo>
                  <a:lnTo>
                    <a:pt x="21008" y="310920"/>
                  </a:lnTo>
                  <a:lnTo>
                    <a:pt x="17124" y="266187"/>
                  </a:lnTo>
                  <a:lnTo>
                    <a:pt x="17124" y="247689"/>
                  </a:lnTo>
                  <a:lnTo>
                    <a:pt x="23385" y="200754"/>
                  </a:lnTo>
                  <a:lnTo>
                    <a:pt x="38262" y="157218"/>
                  </a:lnTo>
                  <a:lnTo>
                    <a:pt x="60833" y="117969"/>
                  </a:lnTo>
                  <a:lnTo>
                    <a:pt x="90174" y="83896"/>
                  </a:lnTo>
                  <a:lnTo>
                    <a:pt x="125363" y="55884"/>
                  </a:lnTo>
                  <a:lnTo>
                    <a:pt x="165478" y="34823"/>
                  </a:lnTo>
                  <a:lnTo>
                    <a:pt x="209596" y="21599"/>
                  </a:lnTo>
                  <a:lnTo>
                    <a:pt x="256795" y="17101"/>
                  </a:lnTo>
                  <a:lnTo>
                    <a:pt x="259749" y="17101"/>
                  </a:lnTo>
                  <a:lnTo>
                    <a:pt x="262717" y="17172"/>
                  </a:lnTo>
                  <a:lnTo>
                    <a:pt x="265693" y="17244"/>
                  </a:lnTo>
                  <a:lnTo>
                    <a:pt x="313912" y="23873"/>
                  </a:lnTo>
                  <a:lnTo>
                    <a:pt x="358493" y="39466"/>
                  </a:lnTo>
                  <a:lnTo>
                    <a:pt x="398505" y="63026"/>
                  </a:lnTo>
                  <a:lnTo>
                    <a:pt x="433020" y="93562"/>
                  </a:lnTo>
                  <a:lnTo>
                    <a:pt x="461108" y="130079"/>
                  </a:lnTo>
                  <a:lnTo>
                    <a:pt x="481841" y="171582"/>
                  </a:lnTo>
                  <a:lnTo>
                    <a:pt x="494289" y="217079"/>
                  </a:lnTo>
                  <a:lnTo>
                    <a:pt x="497522" y="265575"/>
                  </a:lnTo>
                  <a:lnTo>
                    <a:pt x="497522" y="275031"/>
                  </a:lnTo>
                  <a:lnTo>
                    <a:pt x="499799" y="278993"/>
                  </a:lnTo>
                  <a:lnTo>
                    <a:pt x="558880" y="381603"/>
                  </a:lnTo>
                  <a:lnTo>
                    <a:pt x="559115" y="381995"/>
                  </a:lnTo>
                  <a:lnTo>
                    <a:pt x="559365" y="382380"/>
                  </a:lnTo>
                  <a:lnTo>
                    <a:pt x="562790" y="387815"/>
                  </a:lnTo>
                  <a:lnTo>
                    <a:pt x="564690" y="393845"/>
                  </a:lnTo>
                  <a:lnTo>
                    <a:pt x="565008" y="400158"/>
                  </a:lnTo>
                  <a:lnTo>
                    <a:pt x="563689" y="406443"/>
                  </a:lnTo>
                  <a:close/>
                </a:path>
              </a:pathLst>
            </a:custGeom>
            <a:ln w="9982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78391" y="3385143"/>
              <a:ext cx="82745" cy="11989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5211246" y="3388838"/>
              <a:ext cx="250825" cy="376555"/>
            </a:xfrm>
            <a:custGeom>
              <a:avLst/>
              <a:gdLst/>
              <a:ahLst/>
              <a:cxnLst/>
              <a:rect l="l" t="t" r="r" b="b"/>
              <a:pathLst>
                <a:path w="250825" h="376554">
                  <a:moveTo>
                    <a:pt x="152011" y="0"/>
                  </a:moveTo>
                  <a:lnTo>
                    <a:pt x="143700" y="1789"/>
                  </a:lnTo>
                  <a:lnTo>
                    <a:pt x="136738" y="6655"/>
                  </a:lnTo>
                  <a:lnTo>
                    <a:pt x="132338" y="13571"/>
                  </a:lnTo>
                  <a:lnTo>
                    <a:pt x="130855" y="21632"/>
                  </a:lnTo>
                  <a:lnTo>
                    <a:pt x="132647" y="29928"/>
                  </a:lnTo>
                  <a:lnTo>
                    <a:pt x="134802" y="34874"/>
                  </a:lnTo>
                  <a:lnTo>
                    <a:pt x="138755" y="38814"/>
                  </a:lnTo>
                  <a:lnTo>
                    <a:pt x="143700" y="40973"/>
                  </a:lnTo>
                  <a:lnTo>
                    <a:pt x="143700" y="187364"/>
                  </a:lnTo>
                  <a:lnTo>
                    <a:pt x="171956" y="216508"/>
                  </a:lnTo>
                  <a:lnTo>
                    <a:pt x="126575" y="261828"/>
                  </a:lnTo>
                  <a:lnTo>
                    <a:pt x="126575" y="303677"/>
                  </a:lnTo>
                  <a:lnTo>
                    <a:pt x="74936" y="303677"/>
                  </a:lnTo>
                  <a:lnTo>
                    <a:pt x="41921" y="264949"/>
                  </a:lnTo>
                  <a:lnTo>
                    <a:pt x="43990" y="256471"/>
                  </a:lnTo>
                  <a:lnTo>
                    <a:pt x="42687" y="248149"/>
                  </a:lnTo>
                  <a:lnTo>
                    <a:pt x="38354" y="240920"/>
                  </a:lnTo>
                  <a:lnTo>
                    <a:pt x="31332" y="235726"/>
                  </a:lnTo>
                  <a:lnTo>
                    <a:pt x="22842" y="233660"/>
                  </a:lnTo>
                  <a:lnTo>
                    <a:pt x="14507" y="234961"/>
                  </a:lnTo>
                  <a:lnTo>
                    <a:pt x="7268" y="239288"/>
                  </a:lnTo>
                  <a:lnTo>
                    <a:pt x="2070" y="246300"/>
                  </a:lnTo>
                  <a:lnTo>
                    <a:pt x="0" y="254779"/>
                  </a:lnTo>
                  <a:lnTo>
                    <a:pt x="1301" y="263103"/>
                  </a:lnTo>
                  <a:lnTo>
                    <a:pt x="5634" y="270332"/>
                  </a:lnTo>
                  <a:lnTo>
                    <a:pt x="12659" y="275523"/>
                  </a:lnTo>
                  <a:lnTo>
                    <a:pt x="17718" y="277896"/>
                  </a:lnTo>
                  <a:lnTo>
                    <a:pt x="23497" y="278252"/>
                  </a:lnTo>
                  <a:lnTo>
                    <a:pt x="28813" y="276521"/>
                  </a:lnTo>
                  <a:lnTo>
                    <a:pt x="66916" y="320786"/>
                  </a:lnTo>
                  <a:lnTo>
                    <a:pt x="126575" y="320786"/>
                  </a:lnTo>
                  <a:lnTo>
                    <a:pt x="126575" y="335322"/>
                  </a:lnTo>
                  <a:lnTo>
                    <a:pt x="119614" y="340191"/>
                  </a:lnTo>
                  <a:lnTo>
                    <a:pt x="115213" y="347108"/>
                  </a:lnTo>
                  <a:lnTo>
                    <a:pt x="135392" y="376300"/>
                  </a:lnTo>
                  <a:lnTo>
                    <a:pt x="143700" y="374513"/>
                  </a:lnTo>
                  <a:lnTo>
                    <a:pt x="150666" y="369645"/>
                  </a:lnTo>
                  <a:lnTo>
                    <a:pt x="155069" y="362728"/>
                  </a:lnTo>
                  <a:lnTo>
                    <a:pt x="156552" y="354667"/>
                  </a:lnTo>
                  <a:lnTo>
                    <a:pt x="154760" y="346367"/>
                  </a:lnTo>
                  <a:lnTo>
                    <a:pt x="152598" y="341429"/>
                  </a:lnTo>
                  <a:lnTo>
                    <a:pt x="148652" y="337481"/>
                  </a:lnTo>
                  <a:lnTo>
                    <a:pt x="143700" y="335322"/>
                  </a:lnTo>
                  <a:lnTo>
                    <a:pt x="143700" y="268576"/>
                  </a:lnTo>
                  <a:lnTo>
                    <a:pt x="183944" y="228387"/>
                  </a:lnTo>
                  <a:lnTo>
                    <a:pt x="209196" y="253783"/>
                  </a:lnTo>
                  <a:lnTo>
                    <a:pt x="208051" y="262173"/>
                  </a:lnTo>
                  <a:lnTo>
                    <a:pt x="210145" y="270077"/>
                  </a:lnTo>
                  <a:lnTo>
                    <a:pt x="215054" y="276621"/>
                  </a:lnTo>
                  <a:lnTo>
                    <a:pt x="222354" y="280932"/>
                  </a:lnTo>
                  <a:lnTo>
                    <a:pt x="230756" y="282075"/>
                  </a:lnTo>
                  <a:lnTo>
                    <a:pt x="238671" y="279984"/>
                  </a:lnTo>
                  <a:lnTo>
                    <a:pt x="245224" y="275082"/>
                  </a:lnTo>
                  <a:lnTo>
                    <a:pt x="249540" y="267792"/>
                  </a:lnTo>
                  <a:lnTo>
                    <a:pt x="250682" y="259401"/>
                  </a:lnTo>
                  <a:lnTo>
                    <a:pt x="248588" y="251497"/>
                  </a:lnTo>
                  <a:lnTo>
                    <a:pt x="243681" y="244953"/>
                  </a:lnTo>
                  <a:lnTo>
                    <a:pt x="234113" y="239859"/>
                  </a:lnTo>
                  <a:lnTo>
                    <a:pt x="229325" y="239460"/>
                  </a:lnTo>
                  <a:lnTo>
                    <a:pt x="223774" y="240016"/>
                  </a:lnTo>
                  <a:lnTo>
                    <a:pt x="221191" y="241085"/>
                  </a:lnTo>
                  <a:lnTo>
                    <a:pt x="160825" y="180594"/>
                  </a:lnTo>
                  <a:lnTo>
                    <a:pt x="160825" y="81319"/>
                  </a:lnTo>
                  <a:lnTo>
                    <a:pt x="212200" y="81319"/>
                  </a:lnTo>
                  <a:lnTo>
                    <a:pt x="212200" y="121508"/>
                  </a:lnTo>
                  <a:lnTo>
                    <a:pt x="205238" y="126377"/>
                  </a:lnTo>
                  <a:lnTo>
                    <a:pt x="200838" y="133294"/>
                  </a:lnTo>
                  <a:lnTo>
                    <a:pt x="221017" y="162486"/>
                  </a:lnTo>
                  <a:lnTo>
                    <a:pt x="229325" y="160700"/>
                  </a:lnTo>
                  <a:lnTo>
                    <a:pt x="236291" y="155831"/>
                  </a:lnTo>
                  <a:lnTo>
                    <a:pt x="240693" y="148914"/>
                  </a:lnTo>
                  <a:lnTo>
                    <a:pt x="242177" y="140853"/>
                  </a:lnTo>
                  <a:lnTo>
                    <a:pt x="240385" y="132553"/>
                  </a:lnTo>
                  <a:lnTo>
                    <a:pt x="238223" y="127615"/>
                  </a:lnTo>
                  <a:lnTo>
                    <a:pt x="234277" y="123667"/>
                  </a:lnTo>
                  <a:lnTo>
                    <a:pt x="229325" y="121508"/>
                  </a:lnTo>
                  <a:lnTo>
                    <a:pt x="229325" y="64210"/>
                  </a:lnTo>
                  <a:lnTo>
                    <a:pt x="160825" y="64210"/>
                  </a:lnTo>
                  <a:lnTo>
                    <a:pt x="160825" y="40973"/>
                  </a:lnTo>
                  <a:lnTo>
                    <a:pt x="167791" y="36104"/>
                  </a:lnTo>
                  <a:lnTo>
                    <a:pt x="172193" y="29187"/>
                  </a:lnTo>
                  <a:lnTo>
                    <a:pt x="173676" y="21127"/>
                  </a:lnTo>
                  <a:lnTo>
                    <a:pt x="171885" y="12827"/>
                  </a:lnTo>
                  <a:lnTo>
                    <a:pt x="167009" y="5874"/>
                  </a:lnTo>
                  <a:lnTo>
                    <a:pt x="160083" y="1480"/>
                  </a:lnTo>
                  <a:lnTo>
                    <a:pt x="1520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5211246" y="3388838"/>
              <a:ext cx="250825" cy="376555"/>
            </a:xfrm>
            <a:custGeom>
              <a:avLst/>
              <a:gdLst/>
              <a:ahLst/>
              <a:cxnLst/>
              <a:rect l="l" t="t" r="r" b="b"/>
              <a:pathLst>
                <a:path w="250825" h="376554">
                  <a:moveTo>
                    <a:pt x="229325" y="239460"/>
                  </a:moveTo>
                  <a:lnTo>
                    <a:pt x="226535" y="239467"/>
                  </a:lnTo>
                  <a:lnTo>
                    <a:pt x="223774" y="240016"/>
                  </a:lnTo>
                  <a:lnTo>
                    <a:pt x="221191" y="241085"/>
                  </a:lnTo>
                  <a:lnTo>
                    <a:pt x="160825" y="180594"/>
                  </a:lnTo>
                  <a:lnTo>
                    <a:pt x="160825" y="81319"/>
                  </a:lnTo>
                  <a:lnTo>
                    <a:pt x="212200" y="81319"/>
                  </a:lnTo>
                  <a:lnTo>
                    <a:pt x="212200" y="121508"/>
                  </a:lnTo>
                  <a:lnTo>
                    <a:pt x="205238" y="126377"/>
                  </a:lnTo>
                  <a:lnTo>
                    <a:pt x="200838" y="133294"/>
                  </a:lnTo>
                  <a:lnTo>
                    <a:pt x="221017" y="162486"/>
                  </a:lnTo>
                  <a:lnTo>
                    <a:pt x="229325" y="160700"/>
                  </a:lnTo>
                  <a:lnTo>
                    <a:pt x="236291" y="155831"/>
                  </a:lnTo>
                  <a:lnTo>
                    <a:pt x="240693" y="148914"/>
                  </a:lnTo>
                  <a:lnTo>
                    <a:pt x="242177" y="140853"/>
                  </a:lnTo>
                  <a:lnTo>
                    <a:pt x="240385" y="132553"/>
                  </a:lnTo>
                  <a:lnTo>
                    <a:pt x="238223" y="127615"/>
                  </a:lnTo>
                  <a:lnTo>
                    <a:pt x="234277" y="123667"/>
                  </a:lnTo>
                  <a:lnTo>
                    <a:pt x="229325" y="121508"/>
                  </a:lnTo>
                  <a:lnTo>
                    <a:pt x="229325" y="64210"/>
                  </a:lnTo>
                  <a:lnTo>
                    <a:pt x="160825" y="64210"/>
                  </a:lnTo>
                  <a:lnTo>
                    <a:pt x="160825" y="40973"/>
                  </a:lnTo>
                  <a:lnTo>
                    <a:pt x="167791" y="36104"/>
                  </a:lnTo>
                  <a:lnTo>
                    <a:pt x="172193" y="29187"/>
                  </a:lnTo>
                  <a:lnTo>
                    <a:pt x="152011" y="0"/>
                  </a:lnTo>
                  <a:lnTo>
                    <a:pt x="143700" y="1789"/>
                  </a:lnTo>
                  <a:lnTo>
                    <a:pt x="136738" y="6655"/>
                  </a:lnTo>
                  <a:lnTo>
                    <a:pt x="132338" y="13571"/>
                  </a:lnTo>
                  <a:lnTo>
                    <a:pt x="130855" y="21632"/>
                  </a:lnTo>
                  <a:lnTo>
                    <a:pt x="132647" y="29928"/>
                  </a:lnTo>
                  <a:lnTo>
                    <a:pt x="134802" y="34874"/>
                  </a:lnTo>
                  <a:lnTo>
                    <a:pt x="138755" y="38814"/>
                  </a:lnTo>
                  <a:lnTo>
                    <a:pt x="143700" y="40973"/>
                  </a:lnTo>
                  <a:lnTo>
                    <a:pt x="143700" y="187364"/>
                  </a:lnTo>
                  <a:lnTo>
                    <a:pt x="171956" y="216508"/>
                  </a:lnTo>
                  <a:lnTo>
                    <a:pt x="126575" y="261828"/>
                  </a:lnTo>
                  <a:lnTo>
                    <a:pt x="126575" y="303677"/>
                  </a:lnTo>
                  <a:lnTo>
                    <a:pt x="74936" y="303677"/>
                  </a:lnTo>
                  <a:lnTo>
                    <a:pt x="41921" y="264949"/>
                  </a:lnTo>
                  <a:lnTo>
                    <a:pt x="43990" y="256471"/>
                  </a:lnTo>
                  <a:lnTo>
                    <a:pt x="42687" y="248149"/>
                  </a:lnTo>
                  <a:lnTo>
                    <a:pt x="38354" y="240920"/>
                  </a:lnTo>
                  <a:lnTo>
                    <a:pt x="31332" y="235726"/>
                  </a:lnTo>
                  <a:lnTo>
                    <a:pt x="22842" y="233660"/>
                  </a:lnTo>
                  <a:lnTo>
                    <a:pt x="14507" y="234961"/>
                  </a:lnTo>
                  <a:lnTo>
                    <a:pt x="7268" y="239288"/>
                  </a:lnTo>
                  <a:lnTo>
                    <a:pt x="2070" y="246300"/>
                  </a:lnTo>
                  <a:lnTo>
                    <a:pt x="0" y="254779"/>
                  </a:lnTo>
                  <a:lnTo>
                    <a:pt x="1301" y="263103"/>
                  </a:lnTo>
                  <a:lnTo>
                    <a:pt x="5634" y="270332"/>
                  </a:lnTo>
                  <a:lnTo>
                    <a:pt x="12659" y="275523"/>
                  </a:lnTo>
                  <a:lnTo>
                    <a:pt x="17718" y="277896"/>
                  </a:lnTo>
                  <a:lnTo>
                    <a:pt x="23497" y="278252"/>
                  </a:lnTo>
                  <a:lnTo>
                    <a:pt x="28813" y="276521"/>
                  </a:lnTo>
                  <a:lnTo>
                    <a:pt x="66916" y="320786"/>
                  </a:lnTo>
                  <a:lnTo>
                    <a:pt x="126575" y="320786"/>
                  </a:lnTo>
                  <a:lnTo>
                    <a:pt x="126575" y="335322"/>
                  </a:lnTo>
                  <a:lnTo>
                    <a:pt x="119614" y="340191"/>
                  </a:lnTo>
                  <a:lnTo>
                    <a:pt x="115213" y="347108"/>
                  </a:lnTo>
                  <a:lnTo>
                    <a:pt x="135392" y="376300"/>
                  </a:lnTo>
                  <a:lnTo>
                    <a:pt x="143700" y="374513"/>
                  </a:lnTo>
                  <a:lnTo>
                    <a:pt x="150666" y="369645"/>
                  </a:lnTo>
                  <a:lnTo>
                    <a:pt x="155069" y="362728"/>
                  </a:lnTo>
                  <a:lnTo>
                    <a:pt x="156552" y="354667"/>
                  </a:lnTo>
                  <a:lnTo>
                    <a:pt x="154760" y="346367"/>
                  </a:lnTo>
                  <a:lnTo>
                    <a:pt x="152598" y="341429"/>
                  </a:lnTo>
                  <a:lnTo>
                    <a:pt x="148652" y="337481"/>
                  </a:lnTo>
                  <a:lnTo>
                    <a:pt x="143700" y="335322"/>
                  </a:lnTo>
                  <a:lnTo>
                    <a:pt x="143700" y="268576"/>
                  </a:lnTo>
                  <a:lnTo>
                    <a:pt x="183944" y="228387"/>
                  </a:lnTo>
                  <a:lnTo>
                    <a:pt x="209196" y="253783"/>
                  </a:lnTo>
                  <a:lnTo>
                    <a:pt x="208051" y="262173"/>
                  </a:lnTo>
                  <a:lnTo>
                    <a:pt x="210145" y="270077"/>
                  </a:lnTo>
                  <a:lnTo>
                    <a:pt x="215054" y="276621"/>
                  </a:lnTo>
                  <a:lnTo>
                    <a:pt x="222354" y="280932"/>
                  </a:lnTo>
                  <a:lnTo>
                    <a:pt x="230756" y="282075"/>
                  </a:lnTo>
                  <a:lnTo>
                    <a:pt x="238671" y="279984"/>
                  </a:lnTo>
                  <a:lnTo>
                    <a:pt x="245224" y="275082"/>
                  </a:lnTo>
                  <a:lnTo>
                    <a:pt x="249540" y="267792"/>
                  </a:lnTo>
                  <a:lnTo>
                    <a:pt x="250682" y="259401"/>
                  </a:lnTo>
                  <a:lnTo>
                    <a:pt x="248588" y="251497"/>
                  </a:lnTo>
                  <a:lnTo>
                    <a:pt x="243681" y="244953"/>
                  </a:lnTo>
                  <a:lnTo>
                    <a:pt x="236382" y="240643"/>
                  </a:lnTo>
                  <a:lnTo>
                    <a:pt x="234113" y="239859"/>
                  </a:lnTo>
                  <a:lnTo>
                    <a:pt x="231730" y="239460"/>
                  </a:lnTo>
                  <a:lnTo>
                    <a:pt x="229325" y="239460"/>
                  </a:lnTo>
                  <a:close/>
                </a:path>
              </a:pathLst>
            </a:custGeom>
            <a:ln w="998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3469" y="1388840"/>
            <a:ext cx="13801725" cy="0"/>
          </a:xfrm>
          <a:custGeom>
            <a:avLst/>
            <a:gdLst/>
            <a:ahLst/>
            <a:cxnLst/>
            <a:rect l="l" t="t" r="r" b="b"/>
            <a:pathLst>
              <a:path w="13801725" h="0">
                <a:moveTo>
                  <a:pt x="-27" y="250"/>
                </a:moveTo>
                <a:lnTo>
                  <a:pt x="13801348" y="250"/>
                </a:lnTo>
              </a:path>
            </a:pathLst>
          </a:custGeom>
          <a:ln w="25399">
            <a:solidFill>
              <a:srgbClr val="EDEB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080" rIns="0" bIns="0" rtlCol="0" vert="horz">
            <a:spAutoFit/>
          </a:bodyPr>
          <a:lstStyle/>
          <a:p>
            <a:pPr marL="682625">
              <a:lnSpc>
                <a:spcPct val="100000"/>
              </a:lnSpc>
              <a:spcBef>
                <a:spcPts val="100"/>
              </a:spcBef>
            </a:pPr>
            <a:r>
              <a:rPr dirty="0" sz="3200" spc="225"/>
              <a:t>CodeLens-</a:t>
            </a:r>
            <a:r>
              <a:rPr dirty="0" sz="3200" spc="-85"/>
              <a:t> </a:t>
            </a:r>
            <a:r>
              <a:rPr dirty="0" sz="3200" spc="160"/>
              <a:t>Efficiency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365850" y="1776685"/>
            <a:ext cx="73450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110">
                <a:solidFill>
                  <a:srgbClr val="FFFFFF"/>
                </a:solidFill>
                <a:latin typeface="Calibri"/>
                <a:cs typeface="Calibri"/>
              </a:rPr>
              <a:t>Comparison:</a:t>
            </a:r>
            <a:r>
              <a:rPr dirty="0" sz="28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8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110">
                <a:solidFill>
                  <a:srgbClr val="FFFFFF"/>
                </a:solidFill>
                <a:latin typeface="Calibri"/>
                <a:cs typeface="Calibri"/>
              </a:rPr>
              <a:t>vs.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50">
                <a:solidFill>
                  <a:srgbClr val="FFFFFF"/>
                </a:solidFill>
                <a:latin typeface="Calibri"/>
                <a:cs typeface="Calibri"/>
              </a:rPr>
              <a:t>Manual</a:t>
            </a:r>
            <a:r>
              <a:rPr dirty="0" sz="28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50">
                <a:solidFill>
                  <a:srgbClr val="FFFFFF"/>
                </a:solidFill>
                <a:latin typeface="Calibri"/>
                <a:cs typeface="Calibri"/>
              </a:rPr>
              <a:t>Efforts</a:t>
            </a:r>
            <a:r>
              <a:rPr dirty="0" sz="28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8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150">
                <a:solidFill>
                  <a:srgbClr val="FFFFFF"/>
                </a:solidFill>
                <a:latin typeface="Calibri"/>
                <a:cs typeface="Calibri"/>
              </a:rPr>
              <a:t>CodeLens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304671" y="2945860"/>
          <a:ext cx="17576165" cy="6405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7385"/>
                <a:gridCol w="4420870"/>
                <a:gridCol w="4397375"/>
                <a:gridCol w="5461000"/>
              </a:tblGrid>
              <a:tr h="4997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1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Aspect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5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AI-</a:t>
                      </a:r>
                      <a:r>
                        <a:rPr dirty="0" sz="2400" spc="1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Assisted</a:t>
                      </a:r>
                      <a:r>
                        <a:rPr dirty="0" sz="24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1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(CodeLens)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630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6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Manual</a:t>
                      </a:r>
                      <a:r>
                        <a:rPr dirty="0" sz="24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Effort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9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Difference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240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30">
                          <a:latin typeface="Calibri"/>
                          <a:cs typeface="Calibri"/>
                        </a:rPr>
                        <a:t>Taken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3689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65">
                          <a:latin typeface="Calibri"/>
                          <a:cs typeface="Calibri"/>
                        </a:rPr>
                        <a:t>~30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75">
                          <a:latin typeface="Calibri"/>
                          <a:cs typeface="Calibri"/>
                        </a:rPr>
                        <a:t>minutes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repo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50"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2400" spc="60">
                          <a:latin typeface="Calibri"/>
                          <a:cs typeface="Calibri"/>
                        </a:rPr>
                        <a:t>lineage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analysis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31242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~8–</a:t>
                      </a:r>
                      <a:r>
                        <a:rPr dirty="0" sz="2400" spc="55">
                          <a:latin typeface="Calibri"/>
                          <a:cs typeface="Calibri"/>
                        </a:rPr>
                        <a:t>10</a:t>
                      </a:r>
                      <a:r>
                        <a:rPr dirty="0" sz="2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75">
                          <a:latin typeface="Calibri"/>
                          <a:cs typeface="Calibri"/>
                        </a:rPr>
                        <a:t>hours</a:t>
                      </a:r>
                      <a:r>
                        <a:rPr dirty="0" sz="2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90">
                          <a:latin typeface="Calibri"/>
                          <a:cs typeface="Calibri"/>
                        </a:rPr>
                        <a:t>manual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40">
                          <a:latin typeface="Calibri"/>
                          <a:cs typeface="Calibri"/>
                        </a:rPr>
                        <a:t>tracing 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50">
                          <a:latin typeface="Calibri"/>
                          <a:cs typeface="Calibri"/>
                        </a:rPr>
                        <a:t>documentation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08585" marR="8445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AI</a:t>
                      </a:r>
                      <a:r>
                        <a:rPr dirty="0" sz="2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100">
                          <a:latin typeface="Calibri"/>
                          <a:cs typeface="Calibri"/>
                        </a:rPr>
                        <a:t>reduces</a:t>
                      </a:r>
                      <a:r>
                        <a:rPr dirty="0" sz="2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time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2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105">
                          <a:latin typeface="Calibri"/>
                          <a:cs typeface="Calibri"/>
                        </a:rPr>
                        <a:t>~95%,</a:t>
                      </a:r>
                      <a:r>
                        <a:rPr dirty="0" sz="2400" spc="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40">
                          <a:latin typeface="Calibri"/>
                          <a:cs typeface="Calibri"/>
                        </a:rPr>
                        <a:t>enabling </a:t>
                      </a:r>
                      <a:r>
                        <a:rPr dirty="0" sz="2400" spc="50">
                          <a:latin typeface="Calibri"/>
                          <a:cs typeface="Calibri"/>
                        </a:rPr>
                        <a:t>faster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55">
                          <a:latin typeface="Calibri"/>
                          <a:cs typeface="Calibri"/>
                        </a:rPr>
                        <a:t>architecture</a:t>
                      </a:r>
                      <a:r>
                        <a:rPr dirty="0" sz="2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40">
                          <a:latin typeface="Calibri"/>
                          <a:cs typeface="Calibri"/>
                        </a:rPr>
                        <a:t>reviews.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Effort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1797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Minimal</a:t>
                      </a:r>
                      <a:r>
                        <a:rPr dirty="0" sz="2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2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75">
                          <a:latin typeface="Calibri"/>
                          <a:cs typeface="Calibri"/>
                        </a:rPr>
                        <a:t>setup</a:t>
                      </a:r>
                      <a:r>
                        <a:rPr dirty="0" sz="2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validation 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only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7162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70"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continuous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0">
                          <a:latin typeface="Calibri"/>
                          <a:cs typeface="Calibri"/>
                        </a:rPr>
                        <a:t>manual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review</a:t>
                      </a:r>
                      <a:r>
                        <a:rPr dirty="0" sz="2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125">
                          <a:latin typeface="Calibri"/>
                          <a:cs typeface="Calibri"/>
                        </a:rPr>
                        <a:t>cross-</a:t>
                      </a:r>
                      <a:r>
                        <a:rPr dirty="0" sz="2400" spc="120">
                          <a:latin typeface="Calibri"/>
                          <a:cs typeface="Calibri"/>
                        </a:rPr>
                        <a:t>check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08585" marR="8451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70">
                          <a:latin typeface="Calibri"/>
                          <a:cs typeface="Calibri"/>
                        </a:rPr>
                        <a:t>Automates</a:t>
                      </a:r>
                      <a:r>
                        <a:rPr dirty="0" sz="24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repetitive</a:t>
                      </a:r>
                      <a:r>
                        <a:rPr dirty="0" sz="2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75">
                          <a:latin typeface="Calibri"/>
                          <a:cs typeface="Calibri"/>
                        </a:rPr>
                        <a:t>complex </a:t>
                      </a:r>
                      <a:r>
                        <a:rPr dirty="0" sz="2400" spc="114">
                          <a:latin typeface="Calibri"/>
                          <a:cs typeface="Calibri"/>
                        </a:rPr>
                        <a:t>tasks,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55">
                          <a:latin typeface="Calibri"/>
                          <a:cs typeface="Calibri"/>
                        </a:rPr>
                        <a:t>reducing</a:t>
                      </a:r>
                      <a:r>
                        <a:rPr dirty="0" sz="2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40">
                          <a:latin typeface="Calibri"/>
                          <a:cs typeface="Calibri"/>
                        </a:rPr>
                        <a:t>workload.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95">
                          <a:latin typeface="Calibri"/>
                          <a:cs typeface="Calibri"/>
                        </a:rPr>
                        <a:t>Accuracy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6908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70"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0">
                          <a:latin typeface="Calibri"/>
                          <a:cs typeface="Calibri"/>
                        </a:rPr>
                        <a:t>consistent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55">
                          <a:latin typeface="Calibri"/>
                          <a:cs typeface="Calibri"/>
                        </a:rPr>
                        <a:t>mapping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70">
                          <a:latin typeface="Calibri"/>
                          <a:cs typeface="Calibri"/>
                        </a:rPr>
                        <a:t>reduced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75">
                          <a:latin typeface="Calibri"/>
                          <a:cs typeface="Calibri"/>
                        </a:rPr>
                        <a:t>human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error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2514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Moderate</a:t>
                      </a:r>
                      <a:r>
                        <a:rPr dirty="0" sz="2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2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prone</a:t>
                      </a:r>
                      <a:r>
                        <a:rPr dirty="0" sz="24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24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oversight 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4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inconsistencies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08585" marR="2901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AI</a:t>
                      </a:r>
                      <a:r>
                        <a:rPr dirty="0" sz="2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ensures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consistent,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50">
                          <a:latin typeface="Calibri"/>
                          <a:cs typeface="Calibri"/>
                        </a:rPr>
                        <a:t>reliable</a:t>
                      </a:r>
                      <a:r>
                        <a:rPr dirty="0" sz="2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45">
                          <a:latin typeface="Calibri"/>
                          <a:cs typeface="Calibri"/>
                        </a:rPr>
                        <a:t>outputs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24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70">
                          <a:latin typeface="Calibri"/>
                          <a:cs typeface="Calibri"/>
                        </a:rPr>
                        <a:t>design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90">
                          <a:latin typeface="Calibri"/>
                          <a:cs typeface="Calibri"/>
                        </a:rPr>
                        <a:t>decisions.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70">
                          <a:latin typeface="Calibri"/>
                          <a:cs typeface="Calibri"/>
                        </a:rPr>
                        <a:t>Scalability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2470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95">
                          <a:latin typeface="Calibri"/>
                          <a:cs typeface="Calibri"/>
                        </a:rPr>
                        <a:t>Easily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114">
                          <a:latin typeface="Calibri"/>
                          <a:cs typeface="Calibri"/>
                        </a:rPr>
                        <a:t>scalable</a:t>
                      </a:r>
                      <a:r>
                        <a:rPr dirty="0" sz="24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135">
                          <a:latin typeface="Calibri"/>
                          <a:cs typeface="Calibri"/>
                        </a:rPr>
                        <a:t>across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45">
                          <a:latin typeface="Calibri"/>
                          <a:cs typeface="Calibri"/>
                        </a:rPr>
                        <a:t>multiple </a:t>
                      </a:r>
                      <a:r>
                        <a:rPr dirty="0" sz="2400" spc="70">
                          <a:latin typeface="Calibri"/>
                          <a:cs typeface="Calibri"/>
                        </a:rPr>
                        <a:t>repos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110">
                          <a:latin typeface="Calibri"/>
                          <a:cs typeface="Calibri"/>
                        </a:rPr>
                        <a:t>systems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1517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55">
                          <a:latin typeface="Calibri"/>
                          <a:cs typeface="Calibri"/>
                        </a:rPr>
                        <a:t>Limited</a:t>
                      </a:r>
                      <a:r>
                        <a:rPr dirty="0" sz="240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2400" spc="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65">
                          <a:latin typeface="Calibri"/>
                          <a:cs typeface="Calibri"/>
                        </a:rPr>
                        <a:t>team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bandwidth</a:t>
                      </a:r>
                      <a:r>
                        <a:rPr dirty="0" sz="2400" spc="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60">
                          <a:latin typeface="Calibri"/>
                          <a:cs typeface="Calibri"/>
                        </a:rPr>
                        <a:t>and </a:t>
                      </a:r>
                      <a:r>
                        <a:rPr dirty="0" sz="2400" spc="35">
                          <a:latin typeface="Calibri"/>
                          <a:cs typeface="Calibri"/>
                        </a:rPr>
                        <a:t>expertise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08585" marR="2438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AI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5">
                          <a:latin typeface="Calibri"/>
                          <a:cs typeface="Calibri"/>
                        </a:rPr>
                        <a:t>handles</a:t>
                      </a:r>
                      <a:r>
                        <a:rPr dirty="0" sz="2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50">
                          <a:latin typeface="Calibri"/>
                          <a:cs typeface="Calibri"/>
                        </a:rPr>
                        <a:t>large-</a:t>
                      </a:r>
                      <a:r>
                        <a:rPr dirty="0" sz="2400" spc="145">
                          <a:latin typeface="Calibri"/>
                          <a:cs typeface="Calibri"/>
                        </a:rPr>
                        <a:t>scale</a:t>
                      </a:r>
                      <a:r>
                        <a:rPr dirty="0" sz="2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95">
                          <a:latin typeface="Calibri"/>
                          <a:cs typeface="Calibri"/>
                        </a:rPr>
                        <a:t>analysis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without </a:t>
                      </a:r>
                      <a:r>
                        <a:rPr dirty="0" sz="2400" spc="55">
                          <a:latin typeface="Calibri"/>
                          <a:cs typeface="Calibri"/>
                        </a:rPr>
                        <a:t>additional</a:t>
                      </a:r>
                      <a:r>
                        <a:rPr dirty="0" sz="2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0">
                          <a:latin typeface="Calibri"/>
                          <a:cs typeface="Calibri"/>
                        </a:rPr>
                        <a:t>resources.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</a:tr>
              <a:tr h="1181100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150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24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65">
                          <a:latin typeface="Calibri"/>
                          <a:cs typeface="Calibri"/>
                        </a:rPr>
                        <a:t>Efficiency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9906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70">
                          <a:latin typeface="Calibri"/>
                          <a:cs typeface="Calibri"/>
                        </a:rPr>
                        <a:t>High</a:t>
                      </a:r>
                      <a:r>
                        <a:rPr dirty="0" sz="2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24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50">
                          <a:latin typeface="Calibri"/>
                          <a:cs typeface="Calibri"/>
                        </a:rPr>
                        <a:t>faster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10">
                          <a:latin typeface="Calibri"/>
                          <a:cs typeface="Calibri"/>
                        </a:rPr>
                        <a:t>turnaround </a:t>
                      </a:r>
                      <a:r>
                        <a:rPr dirty="0" sz="2400" spc="60">
                          <a:latin typeface="Calibri"/>
                          <a:cs typeface="Calibri"/>
                        </a:rPr>
                        <a:t>lowers</a:t>
                      </a:r>
                      <a:r>
                        <a:rPr dirty="0" sz="2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55">
                          <a:latin typeface="Calibri"/>
                          <a:cs typeface="Calibri"/>
                        </a:rPr>
                        <a:t>labor</a:t>
                      </a:r>
                      <a:r>
                        <a:rPr dirty="0" sz="2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95">
                          <a:latin typeface="Calibri"/>
                          <a:cs typeface="Calibri"/>
                        </a:rPr>
                        <a:t>cost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07950" marR="2647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>
                          <a:latin typeface="Calibri"/>
                          <a:cs typeface="Calibri"/>
                        </a:rPr>
                        <a:t>Moderate</a:t>
                      </a:r>
                      <a:r>
                        <a:rPr dirty="0" sz="24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24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higher</a:t>
                      </a:r>
                      <a:r>
                        <a:rPr dirty="0" sz="2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114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24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70">
                          <a:latin typeface="Calibri"/>
                          <a:cs typeface="Calibri"/>
                        </a:rPr>
                        <a:t>due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5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2400" spc="90">
                          <a:latin typeface="Calibri"/>
                          <a:cs typeface="Calibri"/>
                        </a:rPr>
                        <a:t>manual</a:t>
                      </a:r>
                      <a:r>
                        <a:rPr dirty="0" sz="24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55">
                          <a:latin typeface="Calibri"/>
                          <a:cs typeface="Calibri"/>
                        </a:rPr>
                        <a:t>hours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08585" marR="6076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400" spc="100">
                          <a:latin typeface="Calibri"/>
                          <a:cs typeface="Calibri"/>
                        </a:rPr>
                        <a:t>Reduced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 time</a:t>
                      </a:r>
                      <a:r>
                        <a:rPr dirty="0" sz="2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7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24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>
                          <a:latin typeface="Calibri"/>
                          <a:cs typeface="Calibri"/>
                        </a:rPr>
                        <a:t>effort</a:t>
                      </a:r>
                      <a:r>
                        <a:rPr dirty="0" sz="24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55">
                          <a:latin typeface="Calibri"/>
                          <a:cs typeface="Calibri"/>
                        </a:rPr>
                        <a:t>translate</a:t>
                      </a:r>
                      <a:r>
                        <a:rPr dirty="0" sz="24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-25"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2400" spc="55">
                          <a:latin typeface="Calibri"/>
                          <a:cs typeface="Calibri"/>
                        </a:rPr>
                        <a:t>significant</a:t>
                      </a:r>
                      <a:r>
                        <a:rPr dirty="0" sz="24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114">
                          <a:latin typeface="Calibri"/>
                          <a:cs typeface="Calibri"/>
                        </a:rPr>
                        <a:t>cost</a:t>
                      </a:r>
                      <a:r>
                        <a:rPr dirty="0" sz="24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400" spc="80">
                          <a:latin typeface="Calibri"/>
                          <a:cs typeface="Calibri"/>
                        </a:rPr>
                        <a:t>savings.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90761" y="2229047"/>
            <a:ext cx="16884650" cy="3317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225" b="1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2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200" b="1">
                <a:solidFill>
                  <a:srgbClr val="FFFFFF"/>
                </a:solidFill>
                <a:latin typeface="Calibri"/>
                <a:cs typeface="Calibri"/>
              </a:rPr>
              <a:t>LENS</a:t>
            </a:r>
            <a:r>
              <a:rPr dirty="0" sz="2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FFFFFF"/>
                </a:solidFill>
                <a:latin typeface="Calibri"/>
                <a:cs typeface="Calibri"/>
              </a:rPr>
              <a:t>v2</a:t>
            </a:r>
            <a:r>
              <a:rPr dirty="0" sz="2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60" b="1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4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Calibri"/>
                <a:cs typeface="Calibri"/>
              </a:rPr>
              <a:t>built</a:t>
            </a:r>
            <a:r>
              <a:rPr dirty="0" sz="24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200" b="1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5" b="1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dirty="0" sz="24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5" b="1">
                <a:solidFill>
                  <a:srgbClr val="FFFFFF"/>
                </a:solidFill>
                <a:latin typeface="Calibri"/>
                <a:cs typeface="Calibri"/>
              </a:rPr>
              <a:t>enterprise</a:t>
            </a:r>
            <a:r>
              <a:rPr dirty="0" sz="24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5" b="1">
                <a:solidFill>
                  <a:srgbClr val="FFFFFF"/>
                </a:solidFill>
                <a:latin typeface="Calibri"/>
                <a:cs typeface="Calibri"/>
              </a:rPr>
              <a:t>modernization</a:t>
            </a:r>
            <a:r>
              <a:rPr dirty="0" sz="24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14" b="1">
                <a:solidFill>
                  <a:srgbClr val="FFFFFF"/>
                </a:solidFill>
                <a:latin typeface="Calibri"/>
                <a:cs typeface="Calibri"/>
              </a:rPr>
              <a:t>accelerator</a:t>
            </a:r>
            <a:r>
              <a:rPr dirty="0" sz="2400" spc="114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analyzing</a:t>
            </a:r>
            <a:r>
              <a:rPr dirty="0" sz="2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Calibri"/>
                <a:cs typeface="Calibri"/>
              </a:rPr>
              <a:t>millions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Calibri"/>
                <a:cs typeface="Calibri"/>
              </a:rPr>
              <a:t>lines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Calibri"/>
                <a:cs typeface="Calibri"/>
              </a:rPr>
              <a:t>code,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reducing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90">
                <a:solidFill>
                  <a:srgbClr val="FFFFFF"/>
                </a:solidFill>
                <a:latin typeface="Calibri"/>
                <a:cs typeface="Calibri"/>
              </a:rPr>
              <a:t>manual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effort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4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Calibri"/>
                <a:cs typeface="Calibri"/>
              </a:rPr>
              <a:t>80%,</a:t>
            </a:r>
            <a:r>
              <a:rPr dirty="0" sz="24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Calibri"/>
                <a:cs typeface="Calibri"/>
              </a:rPr>
              <a:t>enabling</a:t>
            </a:r>
            <a:r>
              <a:rPr dirty="0" sz="24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Calibri"/>
                <a:cs typeface="Calibri"/>
              </a:rPr>
              <a:t>organizations</a:t>
            </a:r>
            <a:r>
              <a:rPr dirty="0" sz="24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migrate</a:t>
            </a:r>
            <a:r>
              <a:rPr dirty="0" sz="24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50">
                <a:solidFill>
                  <a:srgbClr val="FFFFFF"/>
                </a:solidFill>
                <a:latin typeface="Calibri"/>
                <a:cs typeface="Calibri"/>
              </a:rPr>
              <a:t>POD</a:t>
            </a:r>
            <a:r>
              <a:rPr dirty="0" sz="240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(legacy)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Calibri"/>
                <a:cs typeface="Calibri"/>
              </a:rPr>
              <a:t>POA</a:t>
            </a:r>
            <a:r>
              <a:rPr dirty="0" sz="24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(modern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Calibri"/>
                <a:cs typeface="Calibri"/>
              </a:rPr>
              <a:t>cloud-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native)</a:t>
            </a:r>
            <a:r>
              <a:rPr dirty="0" sz="24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Calibri"/>
                <a:cs typeface="Calibri"/>
              </a:rPr>
              <a:t>architectures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dirty="0" sz="2400" spc="70">
                <a:solidFill>
                  <a:srgbClr val="FFFFFF"/>
                </a:solidFill>
                <a:latin typeface="Calibri"/>
                <a:cs typeface="Calibri"/>
              </a:rPr>
              <a:t>confidence.</a:t>
            </a:r>
            <a:endParaRPr sz="2400">
              <a:latin typeface="Calibri"/>
              <a:cs typeface="Calibri"/>
            </a:endParaRPr>
          </a:p>
          <a:p>
            <a:pPr marL="12700" marR="873760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Calibri"/>
                <a:cs typeface="Calibri"/>
              </a:rPr>
              <a:t>unifies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intelligence,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10">
                <a:solidFill>
                  <a:srgbClr val="FFFFFF"/>
                </a:solidFill>
                <a:latin typeface="Calibri"/>
                <a:cs typeface="Calibri"/>
              </a:rPr>
              <a:t>compliance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Calibri"/>
                <a:cs typeface="Calibri"/>
              </a:rPr>
              <a:t>scanning,</a:t>
            </a:r>
            <a:r>
              <a:rPr dirty="0" sz="24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Calibri"/>
                <a:cs typeface="Calibri"/>
              </a:rPr>
              <a:t>visualization,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AI </a:t>
            </a:r>
            <a:r>
              <a:rPr dirty="0" sz="2400" spc="80">
                <a:solidFill>
                  <a:srgbClr val="FFFFFF"/>
                </a:solidFill>
                <a:latin typeface="Calibri"/>
                <a:cs typeface="Calibri"/>
              </a:rPr>
              <a:t>insights,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report</a:t>
            </a:r>
            <a:r>
              <a:rPr dirty="0" sz="2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generation</a:t>
            </a:r>
            <a:r>
              <a:rPr dirty="0" sz="2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dirty="0" sz="24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Calibri"/>
                <a:cs typeface="Calibri"/>
              </a:rPr>
              <a:t>single </a:t>
            </a:r>
            <a:r>
              <a:rPr dirty="0" sz="2400" spc="45">
                <a:solidFill>
                  <a:srgbClr val="FFFFFF"/>
                </a:solidFill>
                <a:latin typeface="Calibri"/>
                <a:cs typeface="Calibri"/>
              </a:rPr>
              <a:t>platform,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creating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Calibri"/>
                <a:cs typeface="Calibri"/>
              </a:rPr>
              <a:t>holistic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360°</a:t>
            </a:r>
            <a:r>
              <a:rPr dirty="0" sz="2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Calibri"/>
                <a:cs typeface="Calibri"/>
              </a:rPr>
              <a:t>application.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30"/>
              </a:spcBef>
            </a:pPr>
            <a:endParaRPr sz="2400">
              <a:latin typeface="Calibri"/>
              <a:cs typeface="Calibri"/>
            </a:endParaRPr>
          </a:p>
          <a:p>
            <a:pPr marL="12700" marR="795020">
              <a:lnSpc>
                <a:spcPct val="100000"/>
              </a:lnSpc>
            </a:pPr>
            <a:r>
              <a:rPr dirty="0" sz="2400" spc="65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leaders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Calibri"/>
                <a:cs typeface="Calibri"/>
              </a:rPr>
              <a:t>clarity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Calibri"/>
                <a:cs typeface="Calibri"/>
              </a:rPr>
              <a:t>needed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fast,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95">
                <a:solidFill>
                  <a:srgbClr val="FFFFFF"/>
                </a:solidFill>
                <a:latin typeface="Calibri"/>
                <a:cs typeface="Calibri"/>
              </a:rPr>
              <a:t>accurate</a:t>
            </a:r>
            <a:r>
              <a:rPr dirty="0" sz="2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45">
                <a:solidFill>
                  <a:srgbClr val="FFFFFF"/>
                </a:solidFill>
                <a:latin typeface="Calibri"/>
                <a:cs typeface="Calibri"/>
              </a:rPr>
              <a:t>modernization</a:t>
            </a:r>
            <a:r>
              <a:rPr dirty="0" sz="2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Calibri"/>
                <a:cs typeface="Calibri"/>
              </a:rPr>
              <a:t>decisions</a:t>
            </a:r>
            <a:r>
              <a:rPr dirty="0" sz="2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quantified</a:t>
            </a:r>
            <a:r>
              <a:rPr dirty="0" sz="24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5">
                <a:solidFill>
                  <a:srgbClr val="FFFFFF"/>
                </a:solidFill>
                <a:latin typeface="Calibri"/>
                <a:cs typeface="Calibri"/>
              </a:rPr>
              <a:t>ROI</a:t>
            </a:r>
            <a:r>
              <a:rPr dirty="0" sz="24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0">
                <a:solidFill>
                  <a:srgbClr val="FFFFFF"/>
                </a:solidFill>
                <a:latin typeface="Calibri"/>
                <a:cs typeface="Calibri"/>
              </a:rPr>
              <a:t>reduced</a:t>
            </a:r>
            <a:r>
              <a:rPr dirty="0" sz="24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60">
                <a:solidFill>
                  <a:srgbClr val="FFFFFF"/>
                </a:solidFill>
                <a:latin typeface="Calibri"/>
                <a:cs typeface="Calibri"/>
              </a:rPr>
              <a:t>risk.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7918" rIns="0" bIns="0" rtlCol="0" vert="horz">
            <a:spAutoFit/>
          </a:bodyPr>
          <a:lstStyle/>
          <a:p>
            <a:pPr marL="1193800">
              <a:lnSpc>
                <a:spcPct val="100000"/>
              </a:lnSpc>
              <a:spcBef>
                <a:spcPts val="95"/>
              </a:spcBef>
            </a:pPr>
            <a:r>
              <a:rPr dirty="0" spc="225"/>
              <a:t>Summary</a:t>
            </a:r>
            <a:r>
              <a:rPr dirty="0" spc="-105"/>
              <a:t> </a:t>
            </a:r>
            <a:r>
              <a:rPr dirty="0"/>
              <a:t>&amp;</a:t>
            </a:r>
            <a:r>
              <a:rPr dirty="0" spc="-130"/>
              <a:t> </a:t>
            </a:r>
            <a:r>
              <a:rPr dirty="0" spc="195"/>
              <a:t>Strategic</a:t>
            </a:r>
            <a:r>
              <a:rPr dirty="0" spc="-90"/>
              <a:t> </a:t>
            </a:r>
            <a:r>
              <a:rPr dirty="0" spc="155"/>
              <a:t>Value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51993" y="6961201"/>
            <a:ext cx="167500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r>
              <a:rPr dirty="0" sz="240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25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40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future-ready,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24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strong</a:t>
            </a:r>
            <a:r>
              <a:rPr dirty="0" sz="24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0">
                <a:solidFill>
                  <a:srgbClr val="FFFFFF"/>
                </a:solidFill>
                <a:latin typeface="Calibri"/>
                <a:cs typeface="Calibri"/>
              </a:rPr>
              <a:t>emphasis</a:t>
            </a:r>
            <a:r>
              <a:rPr dirty="0" sz="24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24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enterprise</a:t>
            </a:r>
            <a:r>
              <a:rPr dirty="0" sz="240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r>
              <a:rPr dirty="0" sz="24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agents, 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predictive</a:t>
            </a:r>
            <a:r>
              <a:rPr dirty="0" sz="240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intelligence,</a:t>
            </a:r>
            <a:r>
              <a:rPr dirty="0" sz="240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4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multi-</a:t>
            </a:r>
            <a:r>
              <a:rPr dirty="0" sz="2400" spc="10">
                <a:solidFill>
                  <a:srgbClr val="FFFFFF"/>
                </a:solidFill>
                <a:latin typeface="Calibri"/>
                <a:cs typeface="Calibri"/>
              </a:rPr>
              <a:t>repository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portfolio </a:t>
            </a:r>
            <a:r>
              <a:rPr dirty="0" sz="2400" spc="7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r>
              <a:rPr dirty="0" sz="24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Calibri"/>
                <a:cs typeface="Calibri"/>
              </a:rPr>
              <a:t>positioning</a:t>
            </a:r>
            <a:r>
              <a:rPr dirty="0" sz="24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dirty="0" sz="24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65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4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114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4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75">
                <a:solidFill>
                  <a:srgbClr val="FFFFFF"/>
                </a:solidFill>
                <a:latin typeface="Calibri"/>
                <a:cs typeface="Calibri"/>
              </a:rPr>
              <a:t>core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85">
                <a:solidFill>
                  <a:srgbClr val="FFFFFF"/>
                </a:solidFill>
                <a:latin typeface="Calibri"/>
                <a:cs typeface="Calibri"/>
              </a:rPr>
              <a:t>decision-</a:t>
            </a:r>
            <a:r>
              <a:rPr dirty="0" sz="2400" spc="65">
                <a:solidFill>
                  <a:srgbClr val="FFFFFF"/>
                </a:solidFill>
                <a:latin typeface="Calibri"/>
                <a:cs typeface="Calibri"/>
              </a:rPr>
              <a:t>making</a:t>
            </a:r>
            <a:r>
              <a:rPr dirty="0" sz="24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engine</a:t>
            </a:r>
            <a:r>
              <a:rPr dirty="0" sz="24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24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modern</a:t>
            </a:r>
            <a:r>
              <a:rPr dirty="0" sz="24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FFFFFF"/>
                </a:solidFill>
                <a:latin typeface="Calibri"/>
                <a:cs typeface="Calibri"/>
              </a:rPr>
              <a:t>digital</a:t>
            </a:r>
            <a:r>
              <a:rPr dirty="0" sz="24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Calibri"/>
                <a:cs typeface="Calibri"/>
              </a:rPr>
              <a:t>transformation.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06344" y="2694888"/>
            <a:ext cx="652145" cy="1007744"/>
            <a:chOff x="406344" y="2694888"/>
            <a:chExt cx="652145" cy="1007744"/>
          </a:xfrm>
        </p:grpSpPr>
        <p:sp>
          <p:nvSpPr>
            <p:cNvPr id="6" name="object 6"/>
            <p:cNvSpPr/>
            <p:nvPr/>
          </p:nvSpPr>
          <p:spPr>
            <a:xfrm>
              <a:off x="588310" y="3589057"/>
              <a:ext cx="291465" cy="113664"/>
            </a:xfrm>
            <a:custGeom>
              <a:avLst/>
              <a:gdLst/>
              <a:ahLst/>
              <a:cxnLst/>
              <a:rect l="l" t="t" r="r" b="b"/>
              <a:pathLst>
                <a:path w="291465" h="113664">
                  <a:moveTo>
                    <a:pt x="145688" y="0"/>
                  </a:moveTo>
                  <a:lnTo>
                    <a:pt x="88978" y="4453"/>
                  </a:lnTo>
                  <a:lnTo>
                    <a:pt x="42670" y="16597"/>
                  </a:lnTo>
                  <a:lnTo>
                    <a:pt x="11448" y="34603"/>
                  </a:lnTo>
                  <a:lnTo>
                    <a:pt x="0" y="56644"/>
                  </a:lnTo>
                  <a:lnTo>
                    <a:pt x="11448" y="78695"/>
                  </a:lnTo>
                  <a:lnTo>
                    <a:pt x="42670" y="96701"/>
                  </a:lnTo>
                  <a:lnTo>
                    <a:pt x="88978" y="108841"/>
                  </a:lnTo>
                  <a:lnTo>
                    <a:pt x="145688" y="113292"/>
                  </a:lnTo>
                  <a:lnTo>
                    <a:pt x="202394" y="108841"/>
                  </a:lnTo>
                  <a:lnTo>
                    <a:pt x="248700" y="96701"/>
                  </a:lnTo>
                  <a:lnTo>
                    <a:pt x="279919" y="78695"/>
                  </a:lnTo>
                  <a:lnTo>
                    <a:pt x="291366" y="56644"/>
                  </a:lnTo>
                  <a:lnTo>
                    <a:pt x="279919" y="34603"/>
                  </a:lnTo>
                  <a:lnTo>
                    <a:pt x="248700" y="16597"/>
                  </a:lnTo>
                  <a:lnTo>
                    <a:pt x="202394" y="4453"/>
                  </a:lnTo>
                  <a:lnTo>
                    <a:pt x="145688" y="0"/>
                  </a:lnTo>
                  <a:close/>
                </a:path>
              </a:pathLst>
            </a:custGeom>
            <a:solidFill>
              <a:srgbClr val="0096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88310" y="3575348"/>
              <a:ext cx="288925" cy="113664"/>
            </a:xfrm>
            <a:custGeom>
              <a:avLst/>
              <a:gdLst/>
              <a:ahLst/>
              <a:cxnLst/>
              <a:rect l="l" t="t" r="r" b="b"/>
              <a:pathLst>
                <a:path w="288925" h="113664">
                  <a:moveTo>
                    <a:pt x="144201" y="0"/>
                  </a:moveTo>
                  <a:lnTo>
                    <a:pt x="88072" y="4451"/>
                  </a:lnTo>
                  <a:lnTo>
                    <a:pt x="42236" y="16591"/>
                  </a:lnTo>
                  <a:lnTo>
                    <a:pt x="11332" y="34597"/>
                  </a:lnTo>
                  <a:lnTo>
                    <a:pt x="0" y="56648"/>
                  </a:lnTo>
                  <a:lnTo>
                    <a:pt x="11332" y="78697"/>
                  </a:lnTo>
                  <a:lnTo>
                    <a:pt x="42236" y="96700"/>
                  </a:lnTo>
                  <a:lnTo>
                    <a:pt x="88072" y="108838"/>
                  </a:lnTo>
                  <a:lnTo>
                    <a:pt x="144201" y="113288"/>
                  </a:lnTo>
                  <a:lnTo>
                    <a:pt x="200328" y="108838"/>
                  </a:lnTo>
                  <a:lnTo>
                    <a:pt x="246160" y="96701"/>
                  </a:lnTo>
                  <a:lnTo>
                    <a:pt x="277061" y="78697"/>
                  </a:lnTo>
                  <a:lnTo>
                    <a:pt x="288392" y="56649"/>
                  </a:lnTo>
                  <a:lnTo>
                    <a:pt x="277061" y="34597"/>
                  </a:lnTo>
                  <a:lnTo>
                    <a:pt x="246160" y="16591"/>
                  </a:lnTo>
                  <a:lnTo>
                    <a:pt x="200328" y="4451"/>
                  </a:lnTo>
                  <a:lnTo>
                    <a:pt x="144201" y="0"/>
                  </a:lnTo>
                  <a:close/>
                </a:path>
              </a:pathLst>
            </a:custGeom>
            <a:solidFill>
              <a:srgbClr val="516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6344" y="2694888"/>
              <a:ext cx="652145" cy="937260"/>
            </a:xfrm>
            <a:custGeom>
              <a:avLst/>
              <a:gdLst/>
              <a:ahLst/>
              <a:cxnLst/>
              <a:rect l="l" t="t" r="r" b="b"/>
              <a:pathLst>
                <a:path w="652144" h="937260">
                  <a:moveTo>
                    <a:pt x="331720" y="0"/>
                  </a:moveTo>
                  <a:lnTo>
                    <a:pt x="272945" y="3296"/>
                  </a:lnTo>
                  <a:lnTo>
                    <a:pt x="227775" y="12871"/>
                  </a:lnTo>
                  <a:lnTo>
                    <a:pt x="185255" y="28254"/>
                  </a:lnTo>
                  <a:lnTo>
                    <a:pt x="145883" y="48976"/>
                  </a:lnTo>
                  <a:lnTo>
                    <a:pt x="110152" y="74565"/>
                  </a:lnTo>
                  <a:lnTo>
                    <a:pt x="78559" y="104551"/>
                  </a:lnTo>
                  <a:lnTo>
                    <a:pt x="51599" y="138464"/>
                  </a:lnTo>
                  <a:lnTo>
                    <a:pt x="29767" y="175834"/>
                  </a:lnTo>
                  <a:lnTo>
                    <a:pt x="13560" y="216189"/>
                  </a:lnTo>
                  <a:lnTo>
                    <a:pt x="3472" y="259060"/>
                  </a:lnTo>
                  <a:lnTo>
                    <a:pt x="0" y="303976"/>
                  </a:lnTo>
                  <a:lnTo>
                    <a:pt x="2193" y="331311"/>
                  </a:lnTo>
                  <a:lnTo>
                    <a:pt x="8392" y="365585"/>
                  </a:lnTo>
                  <a:lnTo>
                    <a:pt x="18028" y="399642"/>
                  </a:lnTo>
                  <a:lnTo>
                    <a:pt x="30531" y="426325"/>
                  </a:lnTo>
                  <a:lnTo>
                    <a:pt x="326010" y="937109"/>
                  </a:lnTo>
                  <a:lnTo>
                    <a:pt x="621457" y="426325"/>
                  </a:lnTo>
                  <a:lnTo>
                    <a:pt x="633968" y="399642"/>
                  </a:lnTo>
                  <a:lnTo>
                    <a:pt x="643603" y="365585"/>
                  </a:lnTo>
                  <a:lnTo>
                    <a:pt x="649797" y="331311"/>
                  </a:lnTo>
                  <a:lnTo>
                    <a:pt x="651987" y="303977"/>
                  </a:lnTo>
                  <a:lnTo>
                    <a:pt x="648516" y="259061"/>
                  </a:lnTo>
                  <a:lnTo>
                    <a:pt x="638430" y="216190"/>
                  </a:lnTo>
                  <a:lnTo>
                    <a:pt x="622226" y="175835"/>
                  </a:lnTo>
                  <a:lnTo>
                    <a:pt x="600399" y="138465"/>
                  </a:lnTo>
                  <a:lnTo>
                    <a:pt x="573443" y="104552"/>
                  </a:lnTo>
                  <a:lnTo>
                    <a:pt x="541853" y="74565"/>
                  </a:lnTo>
                  <a:lnTo>
                    <a:pt x="506124" y="48976"/>
                  </a:lnTo>
                  <a:lnTo>
                    <a:pt x="466751" y="28255"/>
                  </a:lnTo>
                  <a:lnTo>
                    <a:pt x="424230" y="12871"/>
                  </a:lnTo>
                  <a:lnTo>
                    <a:pt x="379054" y="3296"/>
                  </a:lnTo>
                  <a:lnTo>
                    <a:pt x="331720" y="0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55450" y="2803963"/>
              <a:ext cx="354330" cy="322580"/>
            </a:xfrm>
            <a:custGeom>
              <a:avLst/>
              <a:gdLst/>
              <a:ahLst/>
              <a:cxnLst/>
              <a:rect l="l" t="t" r="r" b="b"/>
              <a:pathLst>
                <a:path w="354330" h="322580">
                  <a:moveTo>
                    <a:pt x="176903" y="0"/>
                  </a:moveTo>
                  <a:lnTo>
                    <a:pt x="129877" y="5749"/>
                  </a:lnTo>
                  <a:lnTo>
                    <a:pt x="87618" y="21977"/>
                  </a:lnTo>
                  <a:lnTo>
                    <a:pt x="51815" y="47149"/>
                  </a:lnTo>
                  <a:lnTo>
                    <a:pt x="24153" y="79734"/>
                  </a:lnTo>
                  <a:lnTo>
                    <a:pt x="6319" y="118197"/>
                  </a:lnTo>
                  <a:lnTo>
                    <a:pt x="0" y="161007"/>
                  </a:lnTo>
                  <a:lnTo>
                    <a:pt x="6319" y="203817"/>
                  </a:lnTo>
                  <a:lnTo>
                    <a:pt x="24153" y="242280"/>
                  </a:lnTo>
                  <a:lnTo>
                    <a:pt x="51815" y="274865"/>
                  </a:lnTo>
                  <a:lnTo>
                    <a:pt x="87618" y="300037"/>
                  </a:lnTo>
                  <a:lnTo>
                    <a:pt x="129877" y="316265"/>
                  </a:lnTo>
                  <a:lnTo>
                    <a:pt x="176903" y="322015"/>
                  </a:lnTo>
                  <a:lnTo>
                    <a:pt x="223915" y="316265"/>
                  </a:lnTo>
                  <a:lnTo>
                    <a:pt x="266160" y="300038"/>
                  </a:lnTo>
                  <a:lnTo>
                    <a:pt x="301953" y="274865"/>
                  </a:lnTo>
                  <a:lnTo>
                    <a:pt x="329606" y="242281"/>
                  </a:lnTo>
                  <a:lnTo>
                    <a:pt x="347435" y="203817"/>
                  </a:lnTo>
                  <a:lnTo>
                    <a:pt x="353753" y="161007"/>
                  </a:lnTo>
                  <a:lnTo>
                    <a:pt x="347435" y="118198"/>
                  </a:lnTo>
                  <a:lnTo>
                    <a:pt x="329606" y="79734"/>
                  </a:lnTo>
                  <a:lnTo>
                    <a:pt x="301953" y="47150"/>
                  </a:lnTo>
                  <a:lnTo>
                    <a:pt x="266160" y="21977"/>
                  </a:lnTo>
                  <a:lnTo>
                    <a:pt x="223915" y="5749"/>
                  </a:lnTo>
                  <a:lnTo>
                    <a:pt x="176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586180" y="6954360"/>
            <a:ext cx="654050" cy="1007744"/>
            <a:chOff x="586180" y="6954360"/>
            <a:chExt cx="654050" cy="1007744"/>
          </a:xfrm>
        </p:grpSpPr>
        <p:sp>
          <p:nvSpPr>
            <p:cNvPr id="11" name="object 11"/>
            <p:cNvSpPr/>
            <p:nvPr/>
          </p:nvSpPr>
          <p:spPr>
            <a:xfrm>
              <a:off x="768568" y="7848529"/>
              <a:ext cx="292100" cy="113664"/>
            </a:xfrm>
            <a:custGeom>
              <a:avLst/>
              <a:gdLst/>
              <a:ahLst/>
              <a:cxnLst/>
              <a:rect l="l" t="t" r="r" b="b"/>
              <a:pathLst>
                <a:path w="292100" h="113665">
                  <a:moveTo>
                    <a:pt x="146026" y="0"/>
                  </a:moveTo>
                  <a:lnTo>
                    <a:pt x="89184" y="4453"/>
                  </a:lnTo>
                  <a:lnTo>
                    <a:pt x="42768" y="16597"/>
                  </a:lnTo>
                  <a:lnTo>
                    <a:pt x="11475" y="34603"/>
                  </a:lnTo>
                  <a:lnTo>
                    <a:pt x="0" y="56644"/>
                  </a:lnTo>
                  <a:lnTo>
                    <a:pt x="11475" y="78695"/>
                  </a:lnTo>
                  <a:lnTo>
                    <a:pt x="42768" y="96701"/>
                  </a:lnTo>
                  <a:lnTo>
                    <a:pt x="89184" y="108841"/>
                  </a:lnTo>
                  <a:lnTo>
                    <a:pt x="146026" y="113292"/>
                  </a:lnTo>
                  <a:lnTo>
                    <a:pt x="202863" y="108841"/>
                  </a:lnTo>
                  <a:lnTo>
                    <a:pt x="249276" y="96701"/>
                  </a:lnTo>
                  <a:lnTo>
                    <a:pt x="280568" y="78695"/>
                  </a:lnTo>
                  <a:lnTo>
                    <a:pt x="292042" y="56644"/>
                  </a:lnTo>
                  <a:lnTo>
                    <a:pt x="280568" y="34603"/>
                  </a:lnTo>
                  <a:lnTo>
                    <a:pt x="249276" y="16597"/>
                  </a:lnTo>
                  <a:lnTo>
                    <a:pt x="202863" y="4453"/>
                  </a:lnTo>
                  <a:lnTo>
                    <a:pt x="146026" y="0"/>
                  </a:lnTo>
                  <a:close/>
                </a:path>
              </a:pathLst>
            </a:custGeom>
            <a:solidFill>
              <a:srgbClr val="0096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68568" y="7834820"/>
              <a:ext cx="289560" cy="113664"/>
            </a:xfrm>
            <a:custGeom>
              <a:avLst/>
              <a:gdLst/>
              <a:ahLst/>
              <a:cxnLst/>
              <a:rect l="l" t="t" r="r" b="b"/>
              <a:pathLst>
                <a:path w="289559" h="113665">
                  <a:moveTo>
                    <a:pt x="144535" y="0"/>
                  </a:moveTo>
                  <a:lnTo>
                    <a:pt x="88276" y="4451"/>
                  </a:lnTo>
                  <a:lnTo>
                    <a:pt x="42334" y="16591"/>
                  </a:lnTo>
                  <a:lnTo>
                    <a:pt x="11358" y="34597"/>
                  </a:lnTo>
                  <a:lnTo>
                    <a:pt x="0" y="56648"/>
                  </a:lnTo>
                  <a:lnTo>
                    <a:pt x="11358" y="78697"/>
                  </a:lnTo>
                  <a:lnTo>
                    <a:pt x="42334" y="96700"/>
                  </a:lnTo>
                  <a:lnTo>
                    <a:pt x="88276" y="108838"/>
                  </a:lnTo>
                  <a:lnTo>
                    <a:pt x="144535" y="113288"/>
                  </a:lnTo>
                  <a:lnTo>
                    <a:pt x="200792" y="108838"/>
                  </a:lnTo>
                  <a:lnTo>
                    <a:pt x="246731" y="96700"/>
                  </a:lnTo>
                  <a:lnTo>
                    <a:pt x="277704" y="78697"/>
                  </a:lnTo>
                  <a:lnTo>
                    <a:pt x="289061" y="56648"/>
                  </a:lnTo>
                  <a:lnTo>
                    <a:pt x="277704" y="34597"/>
                  </a:lnTo>
                  <a:lnTo>
                    <a:pt x="246731" y="16591"/>
                  </a:lnTo>
                  <a:lnTo>
                    <a:pt x="200792" y="4451"/>
                  </a:lnTo>
                  <a:lnTo>
                    <a:pt x="144535" y="0"/>
                  </a:lnTo>
                  <a:close/>
                </a:path>
              </a:pathLst>
            </a:custGeom>
            <a:solidFill>
              <a:srgbClr val="516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86180" y="6954360"/>
              <a:ext cx="654050" cy="937260"/>
            </a:xfrm>
            <a:custGeom>
              <a:avLst/>
              <a:gdLst/>
              <a:ahLst/>
              <a:cxnLst/>
              <a:rect l="l" t="t" r="r" b="b"/>
              <a:pathLst>
                <a:path w="654050" h="937259">
                  <a:moveTo>
                    <a:pt x="332489" y="0"/>
                  </a:moveTo>
                  <a:lnTo>
                    <a:pt x="273578" y="3296"/>
                  </a:lnTo>
                  <a:lnTo>
                    <a:pt x="228303" y="12871"/>
                  </a:lnTo>
                  <a:lnTo>
                    <a:pt x="185685" y="28254"/>
                  </a:lnTo>
                  <a:lnTo>
                    <a:pt x="146221" y="48976"/>
                  </a:lnTo>
                  <a:lnTo>
                    <a:pt x="110408" y="74565"/>
                  </a:lnTo>
                  <a:lnTo>
                    <a:pt x="78741" y="104551"/>
                  </a:lnTo>
                  <a:lnTo>
                    <a:pt x="51719" y="138465"/>
                  </a:lnTo>
                  <a:lnTo>
                    <a:pt x="29836" y="175834"/>
                  </a:lnTo>
                  <a:lnTo>
                    <a:pt x="13591" y="216190"/>
                  </a:lnTo>
                  <a:lnTo>
                    <a:pt x="3480" y="259060"/>
                  </a:lnTo>
                  <a:lnTo>
                    <a:pt x="0" y="303977"/>
                  </a:lnTo>
                  <a:lnTo>
                    <a:pt x="2198" y="331311"/>
                  </a:lnTo>
                  <a:lnTo>
                    <a:pt x="8412" y="365585"/>
                  </a:lnTo>
                  <a:lnTo>
                    <a:pt x="18070" y="399642"/>
                  </a:lnTo>
                  <a:lnTo>
                    <a:pt x="30602" y="426325"/>
                  </a:lnTo>
                  <a:lnTo>
                    <a:pt x="326766" y="937109"/>
                  </a:lnTo>
                  <a:lnTo>
                    <a:pt x="622899" y="426325"/>
                  </a:lnTo>
                  <a:lnTo>
                    <a:pt x="635438" y="399642"/>
                  </a:lnTo>
                  <a:lnTo>
                    <a:pt x="645095" y="365585"/>
                  </a:lnTo>
                  <a:lnTo>
                    <a:pt x="651304" y="331311"/>
                  </a:lnTo>
                  <a:lnTo>
                    <a:pt x="653500" y="303977"/>
                  </a:lnTo>
                  <a:lnTo>
                    <a:pt x="650020" y="259061"/>
                  </a:lnTo>
                  <a:lnTo>
                    <a:pt x="639911" y="216190"/>
                  </a:lnTo>
                  <a:lnTo>
                    <a:pt x="623670" y="175834"/>
                  </a:lnTo>
                  <a:lnTo>
                    <a:pt x="601792" y="138465"/>
                  </a:lnTo>
                  <a:lnTo>
                    <a:pt x="574773" y="104552"/>
                  </a:lnTo>
                  <a:lnTo>
                    <a:pt x="543109" y="74565"/>
                  </a:lnTo>
                  <a:lnTo>
                    <a:pt x="507298" y="48976"/>
                  </a:lnTo>
                  <a:lnTo>
                    <a:pt x="467834" y="28254"/>
                  </a:lnTo>
                  <a:lnTo>
                    <a:pt x="425214" y="12871"/>
                  </a:lnTo>
                  <a:lnTo>
                    <a:pt x="379933" y="3296"/>
                  </a:lnTo>
                  <a:lnTo>
                    <a:pt x="332489" y="0"/>
                  </a:lnTo>
                  <a:close/>
                </a:path>
              </a:pathLst>
            </a:custGeom>
            <a:solidFill>
              <a:srgbClr val="0049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35633" y="7063435"/>
              <a:ext cx="354965" cy="322580"/>
            </a:xfrm>
            <a:custGeom>
              <a:avLst/>
              <a:gdLst/>
              <a:ahLst/>
              <a:cxnLst/>
              <a:rect l="l" t="t" r="r" b="b"/>
              <a:pathLst>
                <a:path w="354965" h="322579">
                  <a:moveTo>
                    <a:pt x="177313" y="0"/>
                  </a:moveTo>
                  <a:lnTo>
                    <a:pt x="130178" y="5749"/>
                  </a:lnTo>
                  <a:lnTo>
                    <a:pt x="87822" y="21977"/>
                  </a:lnTo>
                  <a:lnTo>
                    <a:pt x="51935" y="47149"/>
                  </a:lnTo>
                  <a:lnTo>
                    <a:pt x="24209" y="79734"/>
                  </a:lnTo>
                  <a:lnTo>
                    <a:pt x="6334" y="118197"/>
                  </a:lnTo>
                  <a:lnTo>
                    <a:pt x="0" y="161007"/>
                  </a:lnTo>
                  <a:lnTo>
                    <a:pt x="6334" y="203817"/>
                  </a:lnTo>
                  <a:lnTo>
                    <a:pt x="24209" y="242281"/>
                  </a:lnTo>
                  <a:lnTo>
                    <a:pt x="51935" y="274865"/>
                  </a:lnTo>
                  <a:lnTo>
                    <a:pt x="87822" y="300037"/>
                  </a:lnTo>
                  <a:lnTo>
                    <a:pt x="130178" y="316265"/>
                  </a:lnTo>
                  <a:lnTo>
                    <a:pt x="177313" y="322015"/>
                  </a:lnTo>
                  <a:lnTo>
                    <a:pt x="224434" y="316265"/>
                  </a:lnTo>
                  <a:lnTo>
                    <a:pt x="266778" y="300038"/>
                  </a:lnTo>
                  <a:lnTo>
                    <a:pt x="302653" y="274865"/>
                  </a:lnTo>
                  <a:lnTo>
                    <a:pt x="330371" y="242281"/>
                  </a:lnTo>
                  <a:lnTo>
                    <a:pt x="348241" y="203817"/>
                  </a:lnTo>
                  <a:lnTo>
                    <a:pt x="354573" y="161007"/>
                  </a:lnTo>
                  <a:lnTo>
                    <a:pt x="348241" y="118197"/>
                  </a:lnTo>
                  <a:lnTo>
                    <a:pt x="330371" y="79734"/>
                  </a:lnTo>
                  <a:lnTo>
                    <a:pt x="302653" y="47149"/>
                  </a:lnTo>
                  <a:lnTo>
                    <a:pt x="266778" y="21977"/>
                  </a:lnTo>
                  <a:lnTo>
                    <a:pt x="224434" y="5749"/>
                  </a:lnTo>
                  <a:lnTo>
                    <a:pt x="1773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86985" y="5252332"/>
            <a:ext cx="251841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110" b="0">
                <a:latin typeface="Calibri"/>
                <a:cs typeface="Calibri"/>
              </a:rPr>
              <a:t>Thank</a:t>
            </a:r>
            <a:r>
              <a:rPr dirty="0" sz="4500" spc="-125" b="0">
                <a:latin typeface="Calibri"/>
                <a:cs typeface="Calibri"/>
              </a:rPr>
              <a:t> </a:t>
            </a:r>
            <a:r>
              <a:rPr dirty="0" sz="4500" spc="40" b="0">
                <a:latin typeface="Calibri"/>
                <a:cs typeface="Calibri"/>
              </a:rPr>
              <a:t>you</a:t>
            </a:r>
            <a:endParaRPr sz="4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Diamond daydeck copy</dc:title>
  <dcterms:created xsi:type="dcterms:W3CDTF">2026-01-20T06:12:40Z</dcterms:created>
  <dcterms:modified xsi:type="dcterms:W3CDTF">2026-01-20T06:12:40Z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2026-01-20T00:00:00Z</vt:filetime>
  </property>
  <property fmtid="{D5CDD505-2E9C-101B-9397-08002B2CF9AE}" pid="5" name="Producer">
    <vt:lpwstr>Microsoft® PowerPoint® for Microsoft 365</vt:lpwstr>
  </property>
</Properties>
</file>